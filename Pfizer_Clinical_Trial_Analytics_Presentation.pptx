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2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17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353D20-E8F8-4ED5-A6F4-91C9B7E1D175}" v="6" dt="2026-09-29T20:09:48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KAIFI UR RAHMAN" userId="7833392b37d588a7" providerId="LiveId" clId="{C7B81668-34B6-42D5-B722-575CB6D8E8F3}"/>
    <pc:docChg chg="undo custSel addSld delSld modSld modMainMaster">
      <pc:chgData name="MD KAIFI UR RAHMAN" userId="7833392b37d588a7" providerId="LiveId" clId="{C7B81668-34B6-42D5-B722-575CB6D8E8F3}" dt="2026-09-29T20:10:05.631" v="87" actId="947"/>
      <pc:docMkLst>
        <pc:docMk/>
      </pc:docMkLst>
      <pc:sldChg chg="modSp mod setBg">
        <pc:chgData name="MD KAIFI UR RAHMAN" userId="7833392b37d588a7" providerId="LiveId" clId="{C7B81668-34B6-42D5-B722-575CB6D8E8F3}" dt="2026-09-29T20:09:48.397" v="86"/>
        <pc:sldMkLst>
          <pc:docMk/>
          <pc:sldMk cId="0" sldId="256"/>
        </pc:sldMkLst>
        <pc:spChg chg="mod">
          <ac:chgData name="MD KAIFI UR RAHMAN" userId="7833392b37d588a7" providerId="LiveId" clId="{C7B81668-34B6-42D5-B722-575CB6D8E8F3}" dt="2026-09-29T19:57:52.593" v="7" actId="947"/>
          <ac:spMkLst>
            <pc:docMk/>
            <pc:sldMk cId="0" sldId="256"/>
            <ac:spMk id="7" creationId="{00000000-0000-0000-0000-000000000000}"/>
          </ac:spMkLst>
        </pc:spChg>
      </pc:sldChg>
      <pc:sldChg chg="modSp mod setBg">
        <pc:chgData name="MD KAIFI UR RAHMAN" userId="7833392b37d588a7" providerId="LiveId" clId="{C7B81668-34B6-42D5-B722-575CB6D8E8F3}" dt="2026-09-29T20:09:48.397" v="86"/>
        <pc:sldMkLst>
          <pc:docMk/>
          <pc:sldMk cId="0" sldId="257"/>
        </pc:sldMkLst>
        <pc:spChg chg="mod">
          <ac:chgData name="MD KAIFI UR RAHMAN" userId="7833392b37d588a7" providerId="LiveId" clId="{C7B81668-34B6-42D5-B722-575CB6D8E8F3}" dt="2026-09-29T19:58:13.366" v="8" actId="947"/>
          <ac:spMkLst>
            <pc:docMk/>
            <pc:sldMk cId="0" sldId="257"/>
            <ac:spMk id="9" creationId="{00000000-0000-0000-0000-000000000000}"/>
          </ac:spMkLst>
        </pc:spChg>
        <pc:graphicFrameChg chg="modGraphic">
          <ac:chgData name="MD KAIFI UR RAHMAN" userId="7833392b37d588a7" providerId="LiveId" clId="{C7B81668-34B6-42D5-B722-575CB6D8E8F3}" dt="2026-09-29T19:58:58.723" v="12" actId="113"/>
          <ac:graphicFrameMkLst>
            <pc:docMk/>
            <pc:sldMk cId="0" sldId="257"/>
            <ac:graphicFrameMk id="13" creationId="{00000000-0000-0000-0000-000000000000}"/>
          </ac:graphicFrameMkLst>
        </pc:graphicFrameChg>
      </pc:sldChg>
      <pc:sldChg chg="setBg">
        <pc:chgData name="MD KAIFI UR RAHMAN" userId="7833392b37d588a7" providerId="LiveId" clId="{C7B81668-34B6-42D5-B722-575CB6D8E8F3}" dt="2026-09-29T20:09:48.397" v="86"/>
        <pc:sldMkLst>
          <pc:docMk/>
          <pc:sldMk cId="0" sldId="258"/>
        </pc:sldMkLst>
      </pc:sldChg>
      <pc:sldChg chg="modSp mod setBg">
        <pc:chgData name="MD KAIFI UR RAHMAN" userId="7833392b37d588a7" providerId="LiveId" clId="{C7B81668-34B6-42D5-B722-575CB6D8E8F3}" dt="2026-09-29T20:09:48.397" v="86"/>
        <pc:sldMkLst>
          <pc:docMk/>
          <pc:sldMk cId="0" sldId="259"/>
        </pc:sldMkLst>
        <pc:graphicFrameChg chg="modGraphic">
          <ac:chgData name="MD KAIFI UR RAHMAN" userId="7833392b37d588a7" providerId="LiveId" clId="{C7B81668-34B6-42D5-B722-575CB6D8E8F3}" dt="2026-09-29T19:59:38.596" v="13" actId="947"/>
          <ac:graphicFrameMkLst>
            <pc:docMk/>
            <pc:sldMk cId="0" sldId="259"/>
            <ac:graphicFrameMk id="8" creationId="{00000000-0000-0000-0000-000000000000}"/>
          </ac:graphicFrameMkLst>
        </pc:graphicFrameChg>
      </pc:sldChg>
      <pc:sldChg chg="modSp mod setBg">
        <pc:chgData name="MD KAIFI UR RAHMAN" userId="7833392b37d588a7" providerId="LiveId" clId="{C7B81668-34B6-42D5-B722-575CB6D8E8F3}" dt="2026-09-29T20:09:48.397" v="86"/>
        <pc:sldMkLst>
          <pc:docMk/>
          <pc:sldMk cId="0" sldId="260"/>
        </pc:sldMkLst>
        <pc:graphicFrameChg chg="modGraphic">
          <ac:chgData name="MD KAIFI UR RAHMAN" userId="7833392b37d588a7" providerId="LiveId" clId="{C7B81668-34B6-42D5-B722-575CB6D8E8F3}" dt="2026-09-29T20:00:57.172" v="21" actId="113"/>
          <ac:graphicFrameMkLst>
            <pc:docMk/>
            <pc:sldMk cId="0" sldId="260"/>
            <ac:graphicFrameMk id="8" creationId="{00000000-0000-0000-0000-000000000000}"/>
          </ac:graphicFrameMkLst>
        </pc:graphicFrameChg>
        <pc:graphicFrameChg chg="modGraphic">
          <ac:chgData name="MD KAIFI UR RAHMAN" userId="7833392b37d588a7" providerId="LiveId" clId="{C7B81668-34B6-42D5-B722-575CB6D8E8F3}" dt="2026-09-29T20:00:40.874" v="19" actId="113"/>
          <ac:graphicFrameMkLst>
            <pc:docMk/>
            <pc:sldMk cId="0" sldId="260"/>
            <ac:graphicFrameMk id="26" creationId="{00000000-0000-0000-0000-000000000000}"/>
          </ac:graphicFrameMkLst>
        </pc:graphicFrameChg>
      </pc:sldChg>
      <pc:sldChg chg="modSp mod setBg">
        <pc:chgData name="MD KAIFI UR RAHMAN" userId="7833392b37d588a7" providerId="LiveId" clId="{C7B81668-34B6-42D5-B722-575CB6D8E8F3}" dt="2026-09-29T20:09:48.397" v="86"/>
        <pc:sldMkLst>
          <pc:docMk/>
          <pc:sldMk cId="0" sldId="261"/>
        </pc:sldMkLst>
        <pc:graphicFrameChg chg="modGraphic">
          <ac:chgData name="MD KAIFI UR RAHMAN" userId="7833392b37d588a7" providerId="LiveId" clId="{C7B81668-34B6-42D5-B722-575CB6D8E8F3}" dt="2026-09-29T19:57:25.809" v="6" actId="947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modSp mod setBg">
        <pc:chgData name="MD KAIFI UR RAHMAN" userId="7833392b37d588a7" providerId="LiveId" clId="{C7B81668-34B6-42D5-B722-575CB6D8E8F3}" dt="2026-09-29T20:09:48.397" v="86"/>
        <pc:sldMkLst>
          <pc:docMk/>
          <pc:sldMk cId="0" sldId="262"/>
        </pc:sldMkLst>
        <pc:spChg chg="mod">
          <ac:chgData name="MD KAIFI UR RAHMAN" userId="7833392b37d588a7" providerId="LiveId" clId="{C7B81668-34B6-42D5-B722-575CB6D8E8F3}" dt="2026-09-29T20:01:28.932" v="63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MD KAIFI UR RAHMAN" userId="7833392b37d588a7" providerId="LiveId" clId="{C7B81668-34B6-42D5-B722-575CB6D8E8F3}" dt="2026-09-29T20:02:12.997" v="65" actId="947"/>
          <ac:spMkLst>
            <pc:docMk/>
            <pc:sldMk cId="0" sldId="262"/>
            <ac:spMk id="8" creationId="{00000000-0000-0000-0000-000000000000}"/>
          </ac:spMkLst>
        </pc:spChg>
        <pc:graphicFrameChg chg="modGraphic">
          <ac:chgData name="MD KAIFI UR RAHMAN" userId="7833392b37d588a7" providerId="LiveId" clId="{C7B81668-34B6-42D5-B722-575CB6D8E8F3}" dt="2026-09-29T20:01:46.218" v="64" actId="113"/>
          <ac:graphicFrameMkLst>
            <pc:docMk/>
            <pc:sldMk cId="0" sldId="262"/>
            <ac:graphicFrameMk id="9" creationId="{00000000-0000-0000-0000-000000000000}"/>
          </ac:graphicFrameMkLst>
        </pc:graphicFrameChg>
      </pc:sldChg>
      <pc:sldChg chg="setBg">
        <pc:chgData name="MD KAIFI UR RAHMAN" userId="7833392b37d588a7" providerId="LiveId" clId="{C7B81668-34B6-42D5-B722-575CB6D8E8F3}" dt="2026-09-29T20:09:48.397" v="86"/>
        <pc:sldMkLst>
          <pc:docMk/>
          <pc:sldMk cId="0" sldId="263"/>
        </pc:sldMkLst>
      </pc:sldChg>
      <pc:sldChg chg="setBg">
        <pc:chgData name="MD KAIFI UR RAHMAN" userId="7833392b37d588a7" providerId="LiveId" clId="{C7B81668-34B6-42D5-B722-575CB6D8E8F3}" dt="2026-09-29T20:09:48.397" v="86"/>
        <pc:sldMkLst>
          <pc:docMk/>
          <pc:sldMk cId="0" sldId="264"/>
        </pc:sldMkLst>
      </pc:sldChg>
      <pc:sldChg chg="modSp mod setBg">
        <pc:chgData name="MD KAIFI UR RAHMAN" userId="7833392b37d588a7" providerId="LiveId" clId="{C7B81668-34B6-42D5-B722-575CB6D8E8F3}" dt="2026-09-29T20:10:05.631" v="87" actId="947"/>
        <pc:sldMkLst>
          <pc:docMk/>
          <pc:sldMk cId="0" sldId="265"/>
        </pc:sldMkLst>
        <pc:spChg chg="mod">
          <ac:chgData name="MD KAIFI UR RAHMAN" userId="7833392b37d588a7" providerId="LiveId" clId="{C7B81668-34B6-42D5-B722-575CB6D8E8F3}" dt="2026-09-29T20:03:04.343" v="67" actId="947"/>
          <ac:spMkLst>
            <pc:docMk/>
            <pc:sldMk cId="0" sldId="265"/>
            <ac:spMk id="6" creationId="{00000000-0000-0000-0000-000000000000}"/>
          </ac:spMkLst>
        </pc:spChg>
        <pc:spChg chg="mod">
          <ac:chgData name="MD KAIFI UR RAHMAN" userId="7833392b37d588a7" providerId="LiveId" clId="{C7B81668-34B6-42D5-B722-575CB6D8E8F3}" dt="2026-09-29T20:02:54.334" v="66" actId="947"/>
          <ac:spMkLst>
            <pc:docMk/>
            <pc:sldMk cId="0" sldId="265"/>
            <ac:spMk id="7" creationId="{00000000-0000-0000-0000-000000000000}"/>
          </ac:spMkLst>
        </pc:spChg>
        <pc:spChg chg="mod">
          <ac:chgData name="MD KAIFI UR RAHMAN" userId="7833392b37d588a7" providerId="LiveId" clId="{C7B81668-34B6-42D5-B722-575CB6D8E8F3}" dt="2026-09-29T20:10:05.631" v="87" actId="947"/>
          <ac:spMkLst>
            <pc:docMk/>
            <pc:sldMk cId="0" sldId="265"/>
            <ac:spMk id="9" creationId="{00000000-0000-0000-0000-000000000000}"/>
          </ac:spMkLst>
        </pc:spChg>
      </pc:sldChg>
      <pc:sldChg chg="modSp mod setBg">
        <pc:chgData name="MD KAIFI UR RAHMAN" userId="7833392b37d588a7" providerId="LiveId" clId="{C7B81668-34B6-42D5-B722-575CB6D8E8F3}" dt="2026-09-29T20:09:48.397" v="86"/>
        <pc:sldMkLst>
          <pc:docMk/>
          <pc:sldMk cId="0" sldId="266"/>
        </pc:sldMkLst>
        <pc:spChg chg="mod">
          <ac:chgData name="MD KAIFI UR RAHMAN" userId="7833392b37d588a7" providerId="LiveId" clId="{C7B81668-34B6-42D5-B722-575CB6D8E8F3}" dt="2026-09-29T20:03:56.681" v="70" actId="947"/>
          <ac:spMkLst>
            <pc:docMk/>
            <pc:sldMk cId="0" sldId="266"/>
            <ac:spMk id="7" creationId="{00000000-0000-0000-0000-000000000000}"/>
          </ac:spMkLst>
        </pc:spChg>
      </pc:sldChg>
      <pc:sldChg chg="setBg">
        <pc:chgData name="MD KAIFI UR RAHMAN" userId="7833392b37d588a7" providerId="LiveId" clId="{C7B81668-34B6-42D5-B722-575CB6D8E8F3}" dt="2026-09-29T20:09:48.397" v="86"/>
        <pc:sldMkLst>
          <pc:docMk/>
          <pc:sldMk cId="0" sldId="267"/>
        </pc:sldMkLst>
      </pc:sldChg>
      <pc:sldChg chg="modSp mod setBg">
        <pc:chgData name="MD KAIFI UR RAHMAN" userId="7833392b37d588a7" providerId="LiveId" clId="{C7B81668-34B6-42D5-B722-575CB6D8E8F3}" dt="2026-09-29T20:09:48.397" v="86"/>
        <pc:sldMkLst>
          <pc:docMk/>
          <pc:sldMk cId="0" sldId="268"/>
        </pc:sldMkLst>
        <pc:spChg chg="mod">
          <ac:chgData name="MD KAIFI UR RAHMAN" userId="7833392b37d588a7" providerId="LiveId" clId="{C7B81668-34B6-42D5-B722-575CB6D8E8F3}" dt="2026-09-29T20:04:39.952" v="72" actId="947"/>
          <ac:spMkLst>
            <pc:docMk/>
            <pc:sldMk cId="0" sldId="268"/>
            <ac:spMk id="8" creationId="{00000000-0000-0000-0000-000000000000}"/>
          </ac:spMkLst>
        </pc:spChg>
        <pc:spChg chg="mod">
          <ac:chgData name="MD KAIFI UR RAHMAN" userId="7833392b37d588a7" providerId="LiveId" clId="{C7B81668-34B6-42D5-B722-575CB6D8E8F3}" dt="2026-09-29T20:05:00.745" v="75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MD KAIFI UR RAHMAN" userId="7833392b37d588a7" providerId="LiveId" clId="{C7B81668-34B6-42D5-B722-575CB6D8E8F3}" dt="2026-09-29T20:04:57.011" v="73" actId="947"/>
          <ac:spMkLst>
            <pc:docMk/>
            <pc:sldMk cId="0" sldId="268"/>
            <ac:spMk id="10" creationId="{00000000-0000-0000-0000-000000000000}"/>
          </ac:spMkLst>
        </pc:spChg>
      </pc:sldChg>
      <pc:sldChg chg="setBg">
        <pc:chgData name="MD KAIFI UR RAHMAN" userId="7833392b37d588a7" providerId="LiveId" clId="{C7B81668-34B6-42D5-B722-575CB6D8E8F3}" dt="2026-09-29T20:09:48.397" v="86"/>
        <pc:sldMkLst>
          <pc:docMk/>
          <pc:sldMk cId="0" sldId="269"/>
        </pc:sldMkLst>
      </pc:sldChg>
      <pc:sldChg chg="modSp mod setBg">
        <pc:chgData name="MD KAIFI UR RAHMAN" userId="7833392b37d588a7" providerId="LiveId" clId="{C7B81668-34B6-42D5-B722-575CB6D8E8F3}" dt="2026-09-29T20:09:48.397" v="86"/>
        <pc:sldMkLst>
          <pc:docMk/>
          <pc:sldMk cId="0" sldId="270"/>
        </pc:sldMkLst>
        <pc:spChg chg="mod">
          <ac:chgData name="MD KAIFI UR RAHMAN" userId="7833392b37d588a7" providerId="LiveId" clId="{C7B81668-34B6-42D5-B722-575CB6D8E8F3}" dt="2026-09-29T20:07:30.370" v="83" actId="947"/>
          <ac:spMkLst>
            <pc:docMk/>
            <pc:sldMk cId="0" sldId="270"/>
            <ac:spMk id="11" creationId="{00000000-0000-0000-0000-000000000000}"/>
          </ac:spMkLst>
        </pc:spChg>
        <pc:spChg chg="mod">
          <ac:chgData name="MD KAIFI UR RAHMAN" userId="7833392b37d588a7" providerId="LiveId" clId="{C7B81668-34B6-42D5-B722-575CB6D8E8F3}" dt="2026-09-29T20:06:40.330" v="80" actId="947"/>
          <ac:spMkLst>
            <pc:docMk/>
            <pc:sldMk cId="0" sldId="270"/>
            <ac:spMk id="14" creationId="{00000000-0000-0000-0000-000000000000}"/>
          </ac:spMkLst>
        </pc:spChg>
        <pc:spChg chg="mod">
          <ac:chgData name="MD KAIFI UR RAHMAN" userId="7833392b37d588a7" providerId="LiveId" clId="{C7B81668-34B6-42D5-B722-575CB6D8E8F3}" dt="2026-09-29T20:07:38.323" v="84" actId="947"/>
          <ac:spMkLst>
            <pc:docMk/>
            <pc:sldMk cId="0" sldId="270"/>
            <ac:spMk id="17" creationId="{00000000-0000-0000-0000-000000000000}"/>
          </ac:spMkLst>
        </pc:spChg>
        <pc:spChg chg="mod">
          <ac:chgData name="MD KAIFI UR RAHMAN" userId="7833392b37d588a7" providerId="LiveId" clId="{C7B81668-34B6-42D5-B722-575CB6D8E8F3}" dt="2026-09-29T20:06:24.312" v="79" actId="947"/>
          <ac:spMkLst>
            <pc:docMk/>
            <pc:sldMk cId="0" sldId="270"/>
            <ac:spMk id="20" creationId="{00000000-0000-0000-0000-000000000000}"/>
          </ac:spMkLst>
        </pc:spChg>
        <pc:spChg chg="mod">
          <ac:chgData name="MD KAIFI UR RAHMAN" userId="7833392b37d588a7" providerId="LiveId" clId="{C7B81668-34B6-42D5-B722-575CB6D8E8F3}" dt="2026-09-29T20:06:15.531" v="78" actId="947"/>
          <ac:spMkLst>
            <pc:docMk/>
            <pc:sldMk cId="0" sldId="270"/>
            <ac:spMk id="23" creationId="{00000000-0000-0000-0000-000000000000}"/>
          </ac:spMkLst>
        </pc:spChg>
        <pc:spChg chg="mod">
          <ac:chgData name="MD KAIFI UR RAHMAN" userId="7833392b37d588a7" providerId="LiveId" clId="{C7B81668-34B6-42D5-B722-575CB6D8E8F3}" dt="2026-09-29T20:06:07.847" v="77" actId="947"/>
          <ac:spMkLst>
            <pc:docMk/>
            <pc:sldMk cId="0" sldId="270"/>
            <ac:spMk id="26" creationId="{00000000-0000-0000-0000-000000000000}"/>
          </ac:spMkLst>
        </pc:spChg>
        <pc:spChg chg="mod">
          <ac:chgData name="MD KAIFI UR RAHMAN" userId="7833392b37d588a7" providerId="LiveId" clId="{C7B81668-34B6-42D5-B722-575CB6D8E8F3}" dt="2026-09-29T20:05:46.360" v="76" actId="947"/>
          <ac:spMkLst>
            <pc:docMk/>
            <pc:sldMk cId="0" sldId="270"/>
            <ac:spMk id="29" creationId="{00000000-0000-0000-0000-000000000000}"/>
          </ac:spMkLst>
        </pc:spChg>
      </pc:sldChg>
      <pc:sldChg chg="setBg">
        <pc:chgData name="MD KAIFI UR RAHMAN" userId="7833392b37d588a7" providerId="LiveId" clId="{C7B81668-34B6-42D5-B722-575CB6D8E8F3}" dt="2026-09-29T20:09:48.397" v="86"/>
        <pc:sldMkLst>
          <pc:docMk/>
          <pc:sldMk cId="0" sldId="271"/>
        </pc:sldMkLst>
      </pc:sldChg>
      <pc:sldChg chg="setBg">
        <pc:chgData name="MD KAIFI UR RAHMAN" userId="7833392b37d588a7" providerId="LiveId" clId="{C7B81668-34B6-42D5-B722-575CB6D8E8F3}" dt="2026-09-29T20:09:48.397" v="86"/>
        <pc:sldMkLst>
          <pc:docMk/>
          <pc:sldMk cId="0" sldId="272"/>
        </pc:sldMkLst>
      </pc:sldChg>
      <pc:sldChg chg="setBg">
        <pc:chgData name="MD KAIFI UR RAHMAN" userId="7833392b37d588a7" providerId="LiveId" clId="{C7B81668-34B6-42D5-B722-575CB6D8E8F3}" dt="2026-09-29T20:09:48.397" v="86"/>
        <pc:sldMkLst>
          <pc:docMk/>
          <pc:sldMk cId="0" sldId="273"/>
        </pc:sldMkLst>
      </pc:sldChg>
      <pc:sldChg chg="new del">
        <pc:chgData name="MD KAIFI UR RAHMAN" userId="7833392b37d588a7" providerId="LiveId" clId="{C7B81668-34B6-42D5-B722-575CB6D8E8F3}" dt="2026-09-29T10:21:29.330" v="1" actId="680"/>
        <pc:sldMkLst>
          <pc:docMk/>
          <pc:sldMk cId="3897357517" sldId="274"/>
        </pc:sldMkLst>
      </pc:sldChg>
      <pc:sldMasterChg chg="setBg modSldLayout">
        <pc:chgData name="MD KAIFI UR RAHMAN" userId="7833392b37d588a7" providerId="LiveId" clId="{C7B81668-34B6-42D5-B722-575CB6D8E8F3}" dt="2026-09-29T20:09:48.397" v="86"/>
        <pc:sldMasterMkLst>
          <pc:docMk/>
          <pc:sldMasterMk cId="0" sldId="2147483648"/>
        </pc:sldMasterMkLst>
        <pc:sldLayoutChg chg="setBg">
          <pc:chgData name="MD KAIFI UR RAHMAN" userId="7833392b37d588a7" providerId="LiveId" clId="{C7B81668-34B6-42D5-B722-575CB6D8E8F3}" dt="2026-09-29T20:09:48.397" v="86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Efficacy</a:t>
            </a:r>
            <a:r>
              <a:rPr lang="en-US" baseline="0"/>
              <a:t> Score by Drug</a:t>
            </a:r>
            <a:endParaRPr lang="en-US"/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Pivot_Analysis!$B$96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Pivot_Analysis!$A$97:$A$101</c:f>
              <c:strCache>
                <c:ptCount val="4"/>
                <c:pt idx="0">
                  <c:v>DrugA</c:v>
                </c:pt>
                <c:pt idx="1">
                  <c:v>DrugB</c:v>
                </c:pt>
                <c:pt idx="2">
                  <c:v>DrugC</c:v>
                </c:pt>
                <c:pt idx="3">
                  <c:v>DrugD</c:v>
                </c:pt>
              </c:strCache>
            </c:strRef>
          </c:cat>
          <c:val>
            <c:numRef>
              <c:f>Pivot_Analysis!$B$97:$B$101</c:f>
              <c:numCache>
                <c:formatCode>0.00</c:formatCode>
                <c:ptCount val="4"/>
                <c:pt idx="0">
                  <c:v>5.5081967213114735</c:v>
                </c:pt>
                <c:pt idx="1">
                  <c:v>5.2663829787234029</c:v>
                </c:pt>
                <c:pt idx="2">
                  <c:v>5.2748148148148131</c:v>
                </c:pt>
                <c:pt idx="3">
                  <c:v>5.5565737051792814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30-4191-B434-3267763792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06386784"/>
        <c:axId val="1575847952"/>
      </c:barChart>
      <c:catAx>
        <c:axId val="13063867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Drug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5847952"/>
        <c:crosses val="autoZero"/>
        <c:auto val="1"/>
        <c:lblAlgn val="ctr"/>
        <c:lblOffset val="100"/>
        <c:noMultiLvlLbl val="0"/>
      </c:catAx>
      <c:valAx>
        <c:axId val="1575847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Average</a:t>
                </a:r>
                <a:r>
                  <a:rPr lang="en-IN" baseline="0"/>
                  <a:t> Efficacy Score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6386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Lst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Drug</a:t>
            </a:r>
            <a:r>
              <a:rPr lang="en-IN" baseline="0"/>
              <a:t> Distribution by Trial Phase</a:t>
            </a:r>
            <a:endParaRPr lang="en-IN"/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Pivot_Analysis!$B$12:$B$13</c:f>
              <c:strCache>
                <c:ptCount val="1"/>
                <c:pt idx="0">
                  <c:v>Phase 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Pivot_Analysis!$A$14:$A$18</c:f>
              <c:strCache>
                <c:ptCount val="4"/>
                <c:pt idx="0">
                  <c:v>DrugA</c:v>
                </c:pt>
                <c:pt idx="1">
                  <c:v>DrugB</c:v>
                </c:pt>
                <c:pt idx="2">
                  <c:v>DrugC</c:v>
                </c:pt>
                <c:pt idx="3">
                  <c:v>DrugD</c:v>
                </c:pt>
              </c:strCache>
            </c:strRef>
          </c:cat>
          <c:val>
            <c:numRef>
              <c:f>Pivot_Analysis!$B$14:$B$18</c:f>
              <c:numCache>
                <c:formatCode>General</c:formatCode>
                <c:ptCount val="4"/>
                <c:pt idx="0">
                  <c:v>64</c:v>
                </c:pt>
                <c:pt idx="1">
                  <c:v>58</c:v>
                </c:pt>
                <c:pt idx="2">
                  <c:v>69</c:v>
                </c:pt>
                <c:pt idx="3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AF-4BDD-A64D-C321776F7B76}"/>
            </c:ext>
          </c:extLst>
        </c:ser>
        <c:ser>
          <c:idx val="1"/>
          <c:order val="1"/>
          <c:tx>
            <c:strRef>
              <c:f>Pivot_Analysis!$C$12:$C$13</c:f>
              <c:strCache>
                <c:ptCount val="1"/>
                <c:pt idx="0">
                  <c:v>Phase II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Pivot_Analysis!$A$14:$A$18</c:f>
              <c:strCache>
                <c:ptCount val="4"/>
                <c:pt idx="0">
                  <c:v>DrugA</c:v>
                </c:pt>
                <c:pt idx="1">
                  <c:v>DrugB</c:v>
                </c:pt>
                <c:pt idx="2">
                  <c:v>DrugC</c:v>
                </c:pt>
                <c:pt idx="3">
                  <c:v>DrugD</c:v>
                </c:pt>
              </c:strCache>
            </c:strRef>
          </c:cat>
          <c:val>
            <c:numRef>
              <c:f>Pivot_Analysis!$C$14:$C$18</c:f>
              <c:numCache>
                <c:formatCode>General</c:formatCode>
                <c:ptCount val="4"/>
                <c:pt idx="0">
                  <c:v>63</c:v>
                </c:pt>
                <c:pt idx="1">
                  <c:v>55</c:v>
                </c:pt>
                <c:pt idx="2">
                  <c:v>68</c:v>
                </c:pt>
                <c:pt idx="3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AF-4BDD-A64D-C321776F7B76}"/>
            </c:ext>
          </c:extLst>
        </c:ser>
        <c:ser>
          <c:idx val="2"/>
          <c:order val="2"/>
          <c:tx>
            <c:strRef>
              <c:f>Pivot_Analysis!$D$12:$D$13</c:f>
              <c:strCache>
                <c:ptCount val="1"/>
                <c:pt idx="0">
                  <c:v>Phase III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Pivot_Analysis!$A$14:$A$18</c:f>
              <c:strCache>
                <c:ptCount val="4"/>
                <c:pt idx="0">
                  <c:v>DrugA</c:v>
                </c:pt>
                <c:pt idx="1">
                  <c:v>DrugB</c:v>
                </c:pt>
                <c:pt idx="2">
                  <c:v>DrugC</c:v>
                </c:pt>
                <c:pt idx="3">
                  <c:v>DrugD</c:v>
                </c:pt>
              </c:strCache>
            </c:strRef>
          </c:cat>
          <c:val>
            <c:numRef>
              <c:f>Pivot_Analysis!$D$14:$D$18</c:f>
              <c:numCache>
                <c:formatCode>General</c:formatCode>
                <c:ptCount val="4"/>
                <c:pt idx="0">
                  <c:v>55</c:v>
                </c:pt>
                <c:pt idx="1">
                  <c:v>67</c:v>
                </c:pt>
                <c:pt idx="2">
                  <c:v>69</c:v>
                </c:pt>
                <c:pt idx="3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AF-4BDD-A64D-C321776F7B76}"/>
            </c:ext>
          </c:extLst>
        </c:ser>
        <c:ser>
          <c:idx val="3"/>
          <c:order val="3"/>
          <c:tx>
            <c:strRef>
              <c:f>Pivot_Analysis!$E$12:$E$13</c:f>
              <c:strCache>
                <c:ptCount val="1"/>
                <c:pt idx="0">
                  <c:v>Phase IV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Pivot_Analysis!$A$14:$A$18</c:f>
              <c:strCache>
                <c:ptCount val="4"/>
                <c:pt idx="0">
                  <c:v>DrugA</c:v>
                </c:pt>
                <c:pt idx="1">
                  <c:v>DrugB</c:v>
                </c:pt>
                <c:pt idx="2">
                  <c:v>DrugC</c:v>
                </c:pt>
                <c:pt idx="3">
                  <c:v>DrugD</c:v>
                </c:pt>
              </c:strCache>
            </c:strRef>
          </c:cat>
          <c:val>
            <c:numRef>
              <c:f>Pivot_Analysis!$E$14:$E$18</c:f>
              <c:numCache>
                <c:formatCode>General</c:formatCode>
                <c:ptCount val="4"/>
                <c:pt idx="0">
                  <c:v>62</c:v>
                </c:pt>
                <c:pt idx="1">
                  <c:v>55</c:v>
                </c:pt>
                <c:pt idx="2">
                  <c:v>64</c:v>
                </c:pt>
                <c:pt idx="3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3AF-4BDD-A64D-C321776F7B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06287024"/>
        <c:axId val="1375607856"/>
      </c:barChart>
      <c:catAx>
        <c:axId val="130628702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Drug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5607856"/>
        <c:crosses val="autoZero"/>
        <c:auto val="1"/>
        <c:lblAlgn val="ctr"/>
        <c:lblOffset val="100"/>
        <c:noMultiLvlLbl val="0"/>
      </c:catAx>
      <c:valAx>
        <c:axId val="13756078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Number</a:t>
                </a:r>
                <a:r>
                  <a:rPr lang="en-IN" baseline="0"/>
                  <a:t> of Patients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6287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Lst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Success</a:t>
            </a:r>
            <a:r>
              <a:rPr lang="en-US" baseline="0"/>
              <a:t> Rate by Age Group</a:t>
            </a:r>
            <a:endParaRPr lang="en-US"/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Pivot_Analysis!$B$222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Pivot_Analysis!$A$223:$A$227</c:f>
              <c:strCache>
                <c:ptCount val="4"/>
                <c:pt idx="0">
                  <c:v>18-30</c:v>
                </c:pt>
                <c:pt idx="1">
                  <c:v>31-50</c:v>
                </c:pt>
                <c:pt idx="2">
                  <c:v>51-65</c:v>
                </c:pt>
                <c:pt idx="3">
                  <c:v>66+</c:v>
                </c:pt>
              </c:strCache>
            </c:strRef>
          </c:cat>
          <c:val>
            <c:numRef>
              <c:f>Pivot_Analysis!$B$223:$B$227</c:f>
              <c:numCache>
                <c:formatCode>0%</c:formatCode>
                <c:ptCount val="4"/>
                <c:pt idx="0">
                  <c:v>0.38071065989847713</c:v>
                </c:pt>
                <c:pt idx="1">
                  <c:v>0.32167832167832167</c:v>
                </c:pt>
                <c:pt idx="2">
                  <c:v>0.35371179039301309</c:v>
                </c:pt>
                <c:pt idx="3">
                  <c:v>0.34375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05-4C55-952E-3B21DE1C26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35052079"/>
        <c:axId val="831856367"/>
      </c:barChart>
      <c:catAx>
        <c:axId val="113505207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Age</a:t>
                </a:r>
                <a:r>
                  <a:rPr lang="en-IN" baseline="0"/>
                  <a:t> Group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1856367"/>
        <c:crosses val="autoZero"/>
        <c:auto val="1"/>
        <c:lblAlgn val="ctr"/>
        <c:lblOffset val="100"/>
        <c:noMultiLvlLbl val="0"/>
      </c:catAx>
      <c:valAx>
        <c:axId val="83185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Success</a:t>
                </a:r>
                <a:r>
                  <a:rPr lang="en-IN" baseline="0"/>
                  <a:t> Rate (%)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50520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Lst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Success</a:t>
            </a:r>
            <a:r>
              <a:rPr lang="en-US" baseline="0"/>
              <a:t> Rate by Gender</a:t>
            </a:r>
            <a:endParaRPr lang="en-US"/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Pivot_Analysis!$B$214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Pivot_Analysis!$A$215:$A$218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Pivot_Analysis!$B$215:$B$218</c:f>
              <c:numCache>
                <c:formatCode>0.00</c:formatCode>
                <c:ptCount val="3"/>
                <c:pt idx="0">
                  <c:v>0.38585209003215432</c:v>
                </c:pt>
                <c:pt idx="1">
                  <c:v>0.33711048158640228</c:v>
                </c:pt>
                <c:pt idx="2">
                  <c:v>0.32142857142857145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9D-4D27-BA6A-29F390AC3F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54164719"/>
        <c:axId val="1575866672"/>
      </c:barChart>
      <c:catAx>
        <c:axId val="2541647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Gender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5866672"/>
        <c:crosses val="autoZero"/>
        <c:auto val="1"/>
        <c:lblAlgn val="ctr"/>
        <c:lblOffset val="100"/>
        <c:noMultiLvlLbl val="0"/>
      </c:catAx>
      <c:valAx>
        <c:axId val="1575866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Success</a:t>
                </a:r>
                <a:r>
                  <a:rPr lang="en-IN" baseline="0"/>
                  <a:t> Rate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4164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Lst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Success</a:t>
            </a:r>
            <a:r>
              <a:rPr lang="en-US" baseline="0"/>
              <a:t> Rate by Trial Phase</a:t>
            </a:r>
            <a:endParaRPr lang="en-US"/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Pivot_Analysis!$B$247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Pivot_Analysis!$A$248:$A$252</c:f>
              <c:strCache>
                <c:ptCount val="4"/>
                <c:pt idx="0">
                  <c:v>Phase I</c:v>
                </c:pt>
                <c:pt idx="1">
                  <c:v>Phase II</c:v>
                </c:pt>
                <c:pt idx="2">
                  <c:v>Phase III</c:v>
                </c:pt>
                <c:pt idx="3">
                  <c:v>Phase IV</c:v>
                </c:pt>
              </c:strCache>
            </c:strRef>
          </c:cat>
          <c:val>
            <c:numRef>
              <c:f>Pivot_Analysis!$B$248:$B$252</c:f>
              <c:numCache>
                <c:formatCode>General</c:formatCode>
                <c:ptCount val="4"/>
                <c:pt idx="0">
                  <c:v>79</c:v>
                </c:pt>
                <c:pt idx="1">
                  <c:v>105</c:v>
                </c:pt>
                <c:pt idx="2">
                  <c:v>78</c:v>
                </c:pt>
                <c:pt idx="3">
                  <c:v>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B3F-4129-A414-1CEC23E5C8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4930511"/>
        <c:axId val="1204997071"/>
      </c:lineChart>
      <c:catAx>
        <c:axId val="11349305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Trial</a:t>
                </a:r>
                <a:r>
                  <a:rPr lang="en-IN" baseline="0"/>
                  <a:t> Phase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4997071"/>
        <c:crosses val="autoZero"/>
        <c:auto val="1"/>
        <c:lblAlgn val="ctr"/>
        <c:lblOffset val="100"/>
        <c:noMultiLvlLbl val="0"/>
      </c:catAx>
      <c:valAx>
        <c:axId val="1204997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Success</a:t>
                </a:r>
                <a:r>
                  <a:rPr lang="en-IN" baseline="0"/>
                  <a:t> Rate (%)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4930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Lst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</a:t>
            </a:r>
            <a:r>
              <a:rPr lang="en-US" baseline="0"/>
              <a:t> Efficacy Score by Gene Mutation</a:t>
            </a:r>
            <a:endParaRPr lang="en-US"/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Pivot_Analysis!$B$231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Pivot_Analysis!$A$232:$A$234</c:f>
              <c:strCache>
                <c:ptCount val="2"/>
                <c:pt idx="0">
                  <c:v>Negative</c:v>
                </c:pt>
                <c:pt idx="1">
                  <c:v>Positive</c:v>
                </c:pt>
              </c:strCache>
            </c:strRef>
          </c:cat>
          <c:val>
            <c:numRef>
              <c:f>Pivot_Analysis!$B$232:$B$234</c:f>
              <c:numCache>
                <c:formatCode>0.00</c:formatCode>
                <c:ptCount val="2"/>
                <c:pt idx="0">
                  <c:v>5.5400756143667289</c:v>
                </c:pt>
                <c:pt idx="1">
                  <c:v>5.2437367303609355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A3-4803-939E-2F6AAB868F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35092911"/>
        <c:axId val="1227516047"/>
      </c:barChart>
      <c:catAx>
        <c:axId val="113509291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Mutation</a:t>
                </a:r>
                <a:r>
                  <a:rPr lang="en-IN" baseline="0"/>
                  <a:t> Status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7516047"/>
        <c:crosses val="autoZero"/>
        <c:auto val="1"/>
        <c:lblAlgn val="ctr"/>
        <c:lblOffset val="100"/>
        <c:noMultiLvlLbl val="0"/>
      </c:catAx>
      <c:valAx>
        <c:axId val="12275160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Average Efficacy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50929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Lst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Progression-Free</a:t>
            </a:r>
            <a:r>
              <a:rPr lang="en-US" baseline="0"/>
              <a:t> Survival by Mutation Status</a:t>
            </a:r>
            <a:endParaRPr lang="en-US"/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Pivot_Analysis!$B$68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Pivot_Analysis!$A$69:$A$71</c:f>
              <c:strCache>
                <c:ptCount val="2"/>
                <c:pt idx="0">
                  <c:v>Negative</c:v>
                </c:pt>
                <c:pt idx="1">
                  <c:v>Positive</c:v>
                </c:pt>
              </c:strCache>
            </c:strRef>
          </c:cat>
          <c:val>
            <c:numRef>
              <c:f>Pivot_Analysis!$B$69:$B$71</c:f>
              <c:numCache>
                <c:formatCode>0.00</c:formatCode>
                <c:ptCount val="2"/>
                <c:pt idx="0">
                  <c:v>11.507939508506619</c:v>
                </c:pt>
                <c:pt idx="1">
                  <c:v>11.687048832271769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C6-4E20-8BE3-25CC5CE1C3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34940255"/>
        <c:axId val="1205065231"/>
      </c:barChart>
      <c:catAx>
        <c:axId val="11349402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Progression-Free</a:t>
                </a:r>
                <a:r>
                  <a:rPr lang="en-IN" baseline="0"/>
                  <a:t> Survival (months)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5065231"/>
        <c:crosses val="autoZero"/>
        <c:auto val="1"/>
        <c:lblAlgn val="ctr"/>
        <c:lblOffset val="100"/>
        <c:noMultiLvlLbl val="0"/>
      </c:catAx>
      <c:valAx>
        <c:axId val="12050652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Mutation</a:t>
                </a:r>
                <a:r>
                  <a:rPr lang="en-IN" baseline="0"/>
                  <a:t> Status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4940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Lst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Side</a:t>
            </a:r>
            <a:r>
              <a:rPr lang="en-IN" baseline="0"/>
              <a:t> Effects by Drug</a:t>
            </a:r>
            <a:endParaRPr lang="en-IN"/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Pivot_Analysis!$B$32:$B$33</c:f>
              <c:strCache>
                <c:ptCount val="1"/>
                <c:pt idx="0">
                  <c:v>DrugA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Pivot_Analysis!$A$34:$A$39</c:f>
              <c:strCache>
                <c:ptCount val="5"/>
                <c:pt idx="0">
                  <c:v>Dizziness</c:v>
                </c:pt>
                <c:pt idx="1">
                  <c:v>Fatigue</c:v>
                </c:pt>
                <c:pt idx="2">
                  <c:v>Headache</c:v>
                </c:pt>
                <c:pt idx="3">
                  <c:v>Nausea</c:v>
                </c:pt>
                <c:pt idx="4">
                  <c:v>Not Reported</c:v>
                </c:pt>
              </c:strCache>
            </c:strRef>
          </c:cat>
          <c:val>
            <c:numRef>
              <c:f>Pivot_Analysis!$B$34:$B$39</c:f>
              <c:numCache>
                <c:formatCode>General</c:formatCode>
                <c:ptCount val="5"/>
                <c:pt idx="0">
                  <c:v>52</c:v>
                </c:pt>
                <c:pt idx="1">
                  <c:v>55</c:v>
                </c:pt>
                <c:pt idx="2">
                  <c:v>45</c:v>
                </c:pt>
                <c:pt idx="3">
                  <c:v>57</c:v>
                </c:pt>
                <c:pt idx="4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28-4518-B16C-0D13FF356656}"/>
            </c:ext>
          </c:extLst>
        </c:ser>
        <c:ser>
          <c:idx val="1"/>
          <c:order val="1"/>
          <c:tx>
            <c:strRef>
              <c:f>Pivot_Analysis!$C$32:$C$33</c:f>
              <c:strCache>
                <c:ptCount val="1"/>
                <c:pt idx="0">
                  <c:v>DrugB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Pivot_Analysis!$A$34:$A$39</c:f>
              <c:strCache>
                <c:ptCount val="5"/>
                <c:pt idx="0">
                  <c:v>Dizziness</c:v>
                </c:pt>
                <c:pt idx="1">
                  <c:v>Fatigue</c:v>
                </c:pt>
                <c:pt idx="2">
                  <c:v>Headache</c:v>
                </c:pt>
                <c:pt idx="3">
                  <c:v>Nausea</c:v>
                </c:pt>
                <c:pt idx="4">
                  <c:v>Not Reported</c:v>
                </c:pt>
              </c:strCache>
            </c:strRef>
          </c:cat>
          <c:val>
            <c:numRef>
              <c:f>Pivot_Analysis!$C$34:$C$39</c:f>
              <c:numCache>
                <c:formatCode>General</c:formatCode>
                <c:ptCount val="5"/>
                <c:pt idx="0">
                  <c:v>38</c:v>
                </c:pt>
                <c:pt idx="1">
                  <c:v>51</c:v>
                </c:pt>
                <c:pt idx="2">
                  <c:v>45</c:v>
                </c:pt>
                <c:pt idx="3">
                  <c:v>56</c:v>
                </c:pt>
                <c:pt idx="4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28-4518-B16C-0D13FF356656}"/>
            </c:ext>
          </c:extLst>
        </c:ser>
        <c:ser>
          <c:idx val="2"/>
          <c:order val="2"/>
          <c:tx>
            <c:strRef>
              <c:f>Pivot_Analysis!$D$32:$D$33</c:f>
              <c:strCache>
                <c:ptCount val="1"/>
                <c:pt idx="0">
                  <c:v>DrugC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Pivot_Analysis!$A$34:$A$39</c:f>
              <c:strCache>
                <c:ptCount val="5"/>
                <c:pt idx="0">
                  <c:v>Dizziness</c:v>
                </c:pt>
                <c:pt idx="1">
                  <c:v>Fatigue</c:v>
                </c:pt>
                <c:pt idx="2">
                  <c:v>Headache</c:v>
                </c:pt>
                <c:pt idx="3">
                  <c:v>Nausea</c:v>
                </c:pt>
                <c:pt idx="4">
                  <c:v>Not Reported</c:v>
                </c:pt>
              </c:strCache>
            </c:strRef>
          </c:cat>
          <c:val>
            <c:numRef>
              <c:f>Pivot_Analysis!$D$34:$D$39</c:f>
              <c:numCache>
                <c:formatCode>General</c:formatCode>
                <c:ptCount val="5"/>
                <c:pt idx="0">
                  <c:v>57</c:v>
                </c:pt>
                <c:pt idx="1">
                  <c:v>48</c:v>
                </c:pt>
                <c:pt idx="2">
                  <c:v>60</c:v>
                </c:pt>
                <c:pt idx="3">
                  <c:v>58</c:v>
                </c:pt>
                <c:pt idx="4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328-4518-B16C-0D13FF356656}"/>
            </c:ext>
          </c:extLst>
        </c:ser>
        <c:ser>
          <c:idx val="3"/>
          <c:order val="3"/>
          <c:tx>
            <c:strRef>
              <c:f>Pivot_Analysis!$E$32:$E$33</c:f>
              <c:strCache>
                <c:ptCount val="1"/>
                <c:pt idx="0">
                  <c:v>DrugD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Pivot_Analysis!$A$34:$A$39</c:f>
              <c:strCache>
                <c:ptCount val="5"/>
                <c:pt idx="0">
                  <c:v>Dizziness</c:v>
                </c:pt>
                <c:pt idx="1">
                  <c:v>Fatigue</c:v>
                </c:pt>
                <c:pt idx="2">
                  <c:v>Headache</c:v>
                </c:pt>
                <c:pt idx="3">
                  <c:v>Nausea</c:v>
                </c:pt>
                <c:pt idx="4">
                  <c:v>Not Reported</c:v>
                </c:pt>
              </c:strCache>
            </c:strRef>
          </c:cat>
          <c:val>
            <c:numRef>
              <c:f>Pivot_Analysis!$E$34:$E$39</c:f>
              <c:numCache>
                <c:formatCode>General</c:formatCode>
                <c:ptCount val="5"/>
                <c:pt idx="0">
                  <c:v>62</c:v>
                </c:pt>
                <c:pt idx="1">
                  <c:v>51</c:v>
                </c:pt>
                <c:pt idx="2">
                  <c:v>56</c:v>
                </c:pt>
                <c:pt idx="3">
                  <c:v>42</c:v>
                </c:pt>
                <c:pt idx="4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328-4518-B16C-0D13FF3566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1326592"/>
        <c:axId val="783658864"/>
      </c:barChart>
      <c:catAx>
        <c:axId val="14813265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Side</a:t>
                </a:r>
                <a:r>
                  <a:rPr lang="en-IN" baseline="0"/>
                  <a:t> Effect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3658864"/>
        <c:crosses val="autoZero"/>
        <c:auto val="1"/>
        <c:lblAlgn val="ctr"/>
        <c:lblOffset val="100"/>
        <c:noMultiLvlLbl val="0"/>
      </c:catAx>
      <c:valAx>
        <c:axId val="783658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Number</a:t>
                </a:r>
                <a:r>
                  <a:rPr lang="en-IN" baseline="0"/>
                  <a:t> of Patients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1326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Lst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Treatment</a:t>
            </a:r>
            <a:r>
              <a:rPr lang="en-US" baseline="0"/>
              <a:t> Duration vs. Side Effects</a:t>
            </a:r>
            <a:endParaRPr lang="en-US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lineMarker"/>
        <c:varyColors val="0"/>
        <c:ser>
          <c:idx val="1"/>
          <c:order val="0"/>
          <c:tx>
            <c:strRef>
              <c:f>Clean_Data!$AD$1</c:f>
              <c:strCache>
                <c:ptCount val="1"/>
                <c:pt idx="0">
                  <c:v>Side_Effects_Numeric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Clean_Data!$R$2:$R$1001</c:f>
              <c:numCache>
                <c:formatCode>General</c:formatCode>
                <c:ptCount val="1000"/>
                <c:pt idx="0">
                  <c:v>95</c:v>
                </c:pt>
                <c:pt idx="1">
                  <c:v>90</c:v>
                </c:pt>
                <c:pt idx="2">
                  <c:v>64</c:v>
                </c:pt>
                <c:pt idx="3">
                  <c:v>159</c:v>
                </c:pt>
                <c:pt idx="4">
                  <c:v>44</c:v>
                </c:pt>
                <c:pt idx="5">
                  <c:v>76</c:v>
                </c:pt>
                <c:pt idx="6">
                  <c:v>138</c:v>
                </c:pt>
                <c:pt idx="7">
                  <c:v>42</c:v>
                </c:pt>
                <c:pt idx="8">
                  <c:v>86</c:v>
                </c:pt>
                <c:pt idx="9">
                  <c:v>77</c:v>
                </c:pt>
                <c:pt idx="10">
                  <c:v>124</c:v>
                </c:pt>
                <c:pt idx="11">
                  <c:v>152</c:v>
                </c:pt>
                <c:pt idx="12">
                  <c:v>124</c:v>
                </c:pt>
                <c:pt idx="13">
                  <c:v>95</c:v>
                </c:pt>
                <c:pt idx="14">
                  <c:v>47</c:v>
                </c:pt>
                <c:pt idx="15">
                  <c:v>103</c:v>
                </c:pt>
                <c:pt idx="16">
                  <c:v>50</c:v>
                </c:pt>
                <c:pt idx="17">
                  <c:v>99</c:v>
                </c:pt>
                <c:pt idx="18">
                  <c:v>50</c:v>
                </c:pt>
                <c:pt idx="19">
                  <c:v>77</c:v>
                </c:pt>
                <c:pt idx="20">
                  <c:v>108</c:v>
                </c:pt>
                <c:pt idx="21">
                  <c:v>129</c:v>
                </c:pt>
                <c:pt idx="22">
                  <c:v>156</c:v>
                </c:pt>
                <c:pt idx="23">
                  <c:v>131</c:v>
                </c:pt>
                <c:pt idx="24">
                  <c:v>134</c:v>
                </c:pt>
                <c:pt idx="25">
                  <c:v>57</c:v>
                </c:pt>
                <c:pt idx="26">
                  <c:v>180</c:v>
                </c:pt>
                <c:pt idx="27">
                  <c:v>111</c:v>
                </c:pt>
                <c:pt idx="28">
                  <c:v>77</c:v>
                </c:pt>
                <c:pt idx="29">
                  <c:v>59</c:v>
                </c:pt>
                <c:pt idx="30">
                  <c:v>91</c:v>
                </c:pt>
                <c:pt idx="31">
                  <c:v>145</c:v>
                </c:pt>
                <c:pt idx="32">
                  <c:v>104</c:v>
                </c:pt>
                <c:pt idx="33">
                  <c:v>93</c:v>
                </c:pt>
                <c:pt idx="34">
                  <c:v>166</c:v>
                </c:pt>
                <c:pt idx="35">
                  <c:v>130</c:v>
                </c:pt>
                <c:pt idx="36">
                  <c:v>46</c:v>
                </c:pt>
                <c:pt idx="37">
                  <c:v>142</c:v>
                </c:pt>
                <c:pt idx="38">
                  <c:v>139</c:v>
                </c:pt>
                <c:pt idx="39">
                  <c:v>56</c:v>
                </c:pt>
                <c:pt idx="40">
                  <c:v>135</c:v>
                </c:pt>
                <c:pt idx="41">
                  <c:v>102</c:v>
                </c:pt>
                <c:pt idx="42">
                  <c:v>63</c:v>
                </c:pt>
                <c:pt idx="43">
                  <c:v>136</c:v>
                </c:pt>
                <c:pt idx="44">
                  <c:v>109</c:v>
                </c:pt>
                <c:pt idx="45">
                  <c:v>96</c:v>
                </c:pt>
                <c:pt idx="46">
                  <c:v>72</c:v>
                </c:pt>
                <c:pt idx="47">
                  <c:v>87</c:v>
                </c:pt>
                <c:pt idx="48">
                  <c:v>113</c:v>
                </c:pt>
                <c:pt idx="49">
                  <c:v>89</c:v>
                </c:pt>
                <c:pt idx="50">
                  <c:v>163</c:v>
                </c:pt>
                <c:pt idx="51">
                  <c:v>111</c:v>
                </c:pt>
                <c:pt idx="52">
                  <c:v>108</c:v>
                </c:pt>
                <c:pt idx="53">
                  <c:v>74</c:v>
                </c:pt>
                <c:pt idx="54">
                  <c:v>80</c:v>
                </c:pt>
                <c:pt idx="55">
                  <c:v>101</c:v>
                </c:pt>
                <c:pt idx="56">
                  <c:v>127</c:v>
                </c:pt>
                <c:pt idx="57">
                  <c:v>89</c:v>
                </c:pt>
                <c:pt idx="58">
                  <c:v>174</c:v>
                </c:pt>
                <c:pt idx="59">
                  <c:v>45</c:v>
                </c:pt>
                <c:pt idx="60">
                  <c:v>121</c:v>
                </c:pt>
                <c:pt idx="61">
                  <c:v>90</c:v>
                </c:pt>
                <c:pt idx="62">
                  <c:v>72</c:v>
                </c:pt>
                <c:pt idx="63">
                  <c:v>117</c:v>
                </c:pt>
                <c:pt idx="64">
                  <c:v>78</c:v>
                </c:pt>
                <c:pt idx="65">
                  <c:v>82</c:v>
                </c:pt>
                <c:pt idx="66">
                  <c:v>97</c:v>
                </c:pt>
                <c:pt idx="67">
                  <c:v>50</c:v>
                </c:pt>
                <c:pt idx="68">
                  <c:v>81</c:v>
                </c:pt>
                <c:pt idx="69">
                  <c:v>180</c:v>
                </c:pt>
                <c:pt idx="70">
                  <c:v>132</c:v>
                </c:pt>
                <c:pt idx="71">
                  <c:v>112</c:v>
                </c:pt>
                <c:pt idx="72">
                  <c:v>37</c:v>
                </c:pt>
                <c:pt idx="73">
                  <c:v>75</c:v>
                </c:pt>
                <c:pt idx="74">
                  <c:v>151</c:v>
                </c:pt>
                <c:pt idx="75">
                  <c:v>160</c:v>
                </c:pt>
                <c:pt idx="76">
                  <c:v>65</c:v>
                </c:pt>
                <c:pt idx="77">
                  <c:v>105</c:v>
                </c:pt>
                <c:pt idx="78">
                  <c:v>148</c:v>
                </c:pt>
                <c:pt idx="79">
                  <c:v>117</c:v>
                </c:pt>
                <c:pt idx="80">
                  <c:v>139</c:v>
                </c:pt>
                <c:pt idx="81">
                  <c:v>56</c:v>
                </c:pt>
                <c:pt idx="82">
                  <c:v>63</c:v>
                </c:pt>
                <c:pt idx="83">
                  <c:v>143</c:v>
                </c:pt>
                <c:pt idx="84">
                  <c:v>157</c:v>
                </c:pt>
                <c:pt idx="85">
                  <c:v>58</c:v>
                </c:pt>
                <c:pt idx="86">
                  <c:v>110</c:v>
                </c:pt>
                <c:pt idx="87">
                  <c:v>146</c:v>
                </c:pt>
                <c:pt idx="88">
                  <c:v>37</c:v>
                </c:pt>
                <c:pt idx="89">
                  <c:v>68</c:v>
                </c:pt>
                <c:pt idx="90">
                  <c:v>133</c:v>
                </c:pt>
                <c:pt idx="91">
                  <c:v>53</c:v>
                </c:pt>
                <c:pt idx="92">
                  <c:v>30</c:v>
                </c:pt>
                <c:pt idx="93">
                  <c:v>60</c:v>
                </c:pt>
                <c:pt idx="94">
                  <c:v>153</c:v>
                </c:pt>
                <c:pt idx="95">
                  <c:v>65</c:v>
                </c:pt>
                <c:pt idx="96">
                  <c:v>136</c:v>
                </c:pt>
                <c:pt idx="97">
                  <c:v>168</c:v>
                </c:pt>
                <c:pt idx="98">
                  <c:v>43</c:v>
                </c:pt>
                <c:pt idx="99">
                  <c:v>126</c:v>
                </c:pt>
                <c:pt idx="100">
                  <c:v>48</c:v>
                </c:pt>
                <c:pt idx="101">
                  <c:v>151</c:v>
                </c:pt>
                <c:pt idx="102">
                  <c:v>161</c:v>
                </c:pt>
                <c:pt idx="103">
                  <c:v>48</c:v>
                </c:pt>
                <c:pt idx="104">
                  <c:v>60</c:v>
                </c:pt>
                <c:pt idx="105">
                  <c:v>151</c:v>
                </c:pt>
                <c:pt idx="106">
                  <c:v>170</c:v>
                </c:pt>
                <c:pt idx="107">
                  <c:v>170</c:v>
                </c:pt>
                <c:pt idx="108">
                  <c:v>145</c:v>
                </c:pt>
                <c:pt idx="109">
                  <c:v>152</c:v>
                </c:pt>
                <c:pt idx="110">
                  <c:v>178</c:v>
                </c:pt>
                <c:pt idx="111">
                  <c:v>131</c:v>
                </c:pt>
                <c:pt idx="112">
                  <c:v>40</c:v>
                </c:pt>
                <c:pt idx="113">
                  <c:v>94</c:v>
                </c:pt>
                <c:pt idx="114">
                  <c:v>60</c:v>
                </c:pt>
                <c:pt idx="115">
                  <c:v>176</c:v>
                </c:pt>
                <c:pt idx="116">
                  <c:v>179</c:v>
                </c:pt>
                <c:pt idx="117">
                  <c:v>151</c:v>
                </c:pt>
                <c:pt idx="118">
                  <c:v>180</c:v>
                </c:pt>
                <c:pt idx="119">
                  <c:v>110</c:v>
                </c:pt>
                <c:pt idx="120">
                  <c:v>94</c:v>
                </c:pt>
                <c:pt idx="121">
                  <c:v>53</c:v>
                </c:pt>
                <c:pt idx="122">
                  <c:v>32</c:v>
                </c:pt>
                <c:pt idx="123">
                  <c:v>131</c:v>
                </c:pt>
                <c:pt idx="124">
                  <c:v>159</c:v>
                </c:pt>
                <c:pt idx="125">
                  <c:v>59</c:v>
                </c:pt>
                <c:pt idx="126">
                  <c:v>120</c:v>
                </c:pt>
                <c:pt idx="127">
                  <c:v>31</c:v>
                </c:pt>
                <c:pt idx="128">
                  <c:v>38</c:v>
                </c:pt>
                <c:pt idx="129">
                  <c:v>170</c:v>
                </c:pt>
                <c:pt idx="130">
                  <c:v>55</c:v>
                </c:pt>
                <c:pt idx="131">
                  <c:v>131</c:v>
                </c:pt>
                <c:pt idx="132">
                  <c:v>80</c:v>
                </c:pt>
                <c:pt idx="133">
                  <c:v>117</c:v>
                </c:pt>
                <c:pt idx="134">
                  <c:v>94</c:v>
                </c:pt>
                <c:pt idx="135">
                  <c:v>109</c:v>
                </c:pt>
                <c:pt idx="136">
                  <c:v>146</c:v>
                </c:pt>
                <c:pt idx="137">
                  <c:v>64</c:v>
                </c:pt>
                <c:pt idx="138">
                  <c:v>93</c:v>
                </c:pt>
                <c:pt idx="139">
                  <c:v>145</c:v>
                </c:pt>
                <c:pt idx="140">
                  <c:v>85</c:v>
                </c:pt>
                <c:pt idx="141">
                  <c:v>94</c:v>
                </c:pt>
                <c:pt idx="142">
                  <c:v>70</c:v>
                </c:pt>
                <c:pt idx="143">
                  <c:v>151</c:v>
                </c:pt>
                <c:pt idx="144">
                  <c:v>118</c:v>
                </c:pt>
                <c:pt idx="145">
                  <c:v>112</c:v>
                </c:pt>
                <c:pt idx="146">
                  <c:v>112</c:v>
                </c:pt>
                <c:pt idx="147">
                  <c:v>57</c:v>
                </c:pt>
                <c:pt idx="148">
                  <c:v>149</c:v>
                </c:pt>
                <c:pt idx="149">
                  <c:v>175</c:v>
                </c:pt>
                <c:pt idx="150">
                  <c:v>125</c:v>
                </c:pt>
                <c:pt idx="151">
                  <c:v>31</c:v>
                </c:pt>
                <c:pt idx="152">
                  <c:v>53</c:v>
                </c:pt>
                <c:pt idx="153">
                  <c:v>141</c:v>
                </c:pt>
                <c:pt idx="154">
                  <c:v>144</c:v>
                </c:pt>
                <c:pt idx="155">
                  <c:v>154</c:v>
                </c:pt>
                <c:pt idx="156">
                  <c:v>119</c:v>
                </c:pt>
                <c:pt idx="157">
                  <c:v>145</c:v>
                </c:pt>
                <c:pt idx="158">
                  <c:v>99</c:v>
                </c:pt>
                <c:pt idx="159">
                  <c:v>77</c:v>
                </c:pt>
                <c:pt idx="160">
                  <c:v>129</c:v>
                </c:pt>
                <c:pt idx="161">
                  <c:v>82</c:v>
                </c:pt>
                <c:pt idx="162">
                  <c:v>111</c:v>
                </c:pt>
                <c:pt idx="163">
                  <c:v>152</c:v>
                </c:pt>
                <c:pt idx="164">
                  <c:v>155</c:v>
                </c:pt>
                <c:pt idx="165">
                  <c:v>167</c:v>
                </c:pt>
                <c:pt idx="166">
                  <c:v>158</c:v>
                </c:pt>
                <c:pt idx="167">
                  <c:v>51</c:v>
                </c:pt>
                <c:pt idx="168">
                  <c:v>137</c:v>
                </c:pt>
                <c:pt idx="169">
                  <c:v>146</c:v>
                </c:pt>
                <c:pt idx="170">
                  <c:v>106</c:v>
                </c:pt>
                <c:pt idx="171">
                  <c:v>46</c:v>
                </c:pt>
                <c:pt idx="172">
                  <c:v>96</c:v>
                </c:pt>
                <c:pt idx="173">
                  <c:v>83</c:v>
                </c:pt>
                <c:pt idx="174">
                  <c:v>115</c:v>
                </c:pt>
                <c:pt idx="175">
                  <c:v>106</c:v>
                </c:pt>
                <c:pt idx="176">
                  <c:v>110</c:v>
                </c:pt>
                <c:pt idx="177">
                  <c:v>158</c:v>
                </c:pt>
                <c:pt idx="178">
                  <c:v>52</c:v>
                </c:pt>
                <c:pt idx="179">
                  <c:v>59</c:v>
                </c:pt>
                <c:pt idx="180">
                  <c:v>57</c:v>
                </c:pt>
                <c:pt idx="181">
                  <c:v>54</c:v>
                </c:pt>
                <c:pt idx="182">
                  <c:v>119</c:v>
                </c:pt>
                <c:pt idx="183">
                  <c:v>91</c:v>
                </c:pt>
                <c:pt idx="184">
                  <c:v>113</c:v>
                </c:pt>
                <c:pt idx="185">
                  <c:v>67</c:v>
                </c:pt>
                <c:pt idx="186">
                  <c:v>170</c:v>
                </c:pt>
                <c:pt idx="187">
                  <c:v>122</c:v>
                </c:pt>
                <c:pt idx="188">
                  <c:v>160</c:v>
                </c:pt>
                <c:pt idx="189">
                  <c:v>58</c:v>
                </c:pt>
                <c:pt idx="190">
                  <c:v>32</c:v>
                </c:pt>
                <c:pt idx="191">
                  <c:v>43</c:v>
                </c:pt>
                <c:pt idx="192">
                  <c:v>124</c:v>
                </c:pt>
                <c:pt idx="193">
                  <c:v>83</c:v>
                </c:pt>
                <c:pt idx="194">
                  <c:v>141</c:v>
                </c:pt>
                <c:pt idx="195">
                  <c:v>130</c:v>
                </c:pt>
                <c:pt idx="196">
                  <c:v>36</c:v>
                </c:pt>
                <c:pt idx="197">
                  <c:v>49</c:v>
                </c:pt>
                <c:pt idx="198">
                  <c:v>130</c:v>
                </c:pt>
                <c:pt idx="199">
                  <c:v>39</c:v>
                </c:pt>
                <c:pt idx="200">
                  <c:v>175</c:v>
                </c:pt>
                <c:pt idx="201">
                  <c:v>57</c:v>
                </c:pt>
                <c:pt idx="202">
                  <c:v>44</c:v>
                </c:pt>
                <c:pt idx="203">
                  <c:v>33</c:v>
                </c:pt>
                <c:pt idx="204">
                  <c:v>113</c:v>
                </c:pt>
                <c:pt idx="205">
                  <c:v>126</c:v>
                </c:pt>
                <c:pt idx="206">
                  <c:v>39</c:v>
                </c:pt>
                <c:pt idx="207">
                  <c:v>100</c:v>
                </c:pt>
                <c:pt idx="208">
                  <c:v>75</c:v>
                </c:pt>
                <c:pt idx="209">
                  <c:v>135</c:v>
                </c:pt>
                <c:pt idx="210">
                  <c:v>38</c:v>
                </c:pt>
                <c:pt idx="211">
                  <c:v>85</c:v>
                </c:pt>
                <c:pt idx="212">
                  <c:v>38</c:v>
                </c:pt>
                <c:pt idx="213">
                  <c:v>147</c:v>
                </c:pt>
                <c:pt idx="214">
                  <c:v>177</c:v>
                </c:pt>
                <c:pt idx="215">
                  <c:v>173</c:v>
                </c:pt>
                <c:pt idx="216">
                  <c:v>154</c:v>
                </c:pt>
                <c:pt idx="217">
                  <c:v>100</c:v>
                </c:pt>
                <c:pt idx="218">
                  <c:v>89</c:v>
                </c:pt>
                <c:pt idx="219">
                  <c:v>103</c:v>
                </c:pt>
                <c:pt idx="220">
                  <c:v>177</c:v>
                </c:pt>
                <c:pt idx="221">
                  <c:v>147</c:v>
                </c:pt>
                <c:pt idx="222">
                  <c:v>108</c:v>
                </c:pt>
                <c:pt idx="223">
                  <c:v>160</c:v>
                </c:pt>
                <c:pt idx="224">
                  <c:v>103</c:v>
                </c:pt>
                <c:pt idx="225">
                  <c:v>74</c:v>
                </c:pt>
                <c:pt idx="226">
                  <c:v>150</c:v>
                </c:pt>
                <c:pt idx="227">
                  <c:v>34</c:v>
                </c:pt>
                <c:pt idx="228">
                  <c:v>161</c:v>
                </c:pt>
                <c:pt idx="229">
                  <c:v>154</c:v>
                </c:pt>
                <c:pt idx="230">
                  <c:v>143</c:v>
                </c:pt>
                <c:pt idx="231">
                  <c:v>49</c:v>
                </c:pt>
                <c:pt idx="232">
                  <c:v>81</c:v>
                </c:pt>
                <c:pt idx="233">
                  <c:v>85</c:v>
                </c:pt>
                <c:pt idx="234">
                  <c:v>161</c:v>
                </c:pt>
                <c:pt idx="235">
                  <c:v>109</c:v>
                </c:pt>
                <c:pt idx="236">
                  <c:v>132</c:v>
                </c:pt>
                <c:pt idx="237">
                  <c:v>154</c:v>
                </c:pt>
                <c:pt idx="238">
                  <c:v>69</c:v>
                </c:pt>
                <c:pt idx="239">
                  <c:v>145</c:v>
                </c:pt>
                <c:pt idx="240">
                  <c:v>168</c:v>
                </c:pt>
                <c:pt idx="241">
                  <c:v>36</c:v>
                </c:pt>
                <c:pt idx="242">
                  <c:v>113</c:v>
                </c:pt>
                <c:pt idx="243">
                  <c:v>116</c:v>
                </c:pt>
                <c:pt idx="244">
                  <c:v>54</c:v>
                </c:pt>
                <c:pt idx="245">
                  <c:v>161</c:v>
                </c:pt>
                <c:pt idx="246">
                  <c:v>68</c:v>
                </c:pt>
                <c:pt idx="247">
                  <c:v>92</c:v>
                </c:pt>
                <c:pt idx="248">
                  <c:v>35</c:v>
                </c:pt>
                <c:pt idx="249">
                  <c:v>163</c:v>
                </c:pt>
                <c:pt idx="250">
                  <c:v>180</c:v>
                </c:pt>
                <c:pt idx="251">
                  <c:v>91</c:v>
                </c:pt>
                <c:pt idx="252">
                  <c:v>111</c:v>
                </c:pt>
                <c:pt idx="253">
                  <c:v>43</c:v>
                </c:pt>
                <c:pt idx="254">
                  <c:v>96</c:v>
                </c:pt>
                <c:pt idx="255">
                  <c:v>42</c:v>
                </c:pt>
                <c:pt idx="256">
                  <c:v>127</c:v>
                </c:pt>
                <c:pt idx="257">
                  <c:v>179</c:v>
                </c:pt>
                <c:pt idx="258">
                  <c:v>90</c:v>
                </c:pt>
                <c:pt idx="259">
                  <c:v>52</c:v>
                </c:pt>
                <c:pt idx="260">
                  <c:v>68</c:v>
                </c:pt>
                <c:pt idx="261">
                  <c:v>67</c:v>
                </c:pt>
                <c:pt idx="262">
                  <c:v>114</c:v>
                </c:pt>
                <c:pt idx="263">
                  <c:v>145</c:v>
                </c:pt>
                <c:pt idx="264">
                  <c:v>133</c:v>
                </c:pt>
                <c:pt idx="265">
                  <c:v>138</c:v>
                </c:pt>
                <c:pt idx="266">
                  <c:v>50</c:v>
                </c:pt>
                <c:pt idx="267">
                  <c:v>94</c:v>
                </c:pt>
                <c:pt idx="268">
                  <c:v>97</c:v>
                </c:pt>
                <c:pt idx="269">
                  <c:v>122</c:v>
                </c:pt>
                <c:pt idx="270">
                  <c:v>67</c:v>
                </c:pt>
                <c:pt idx="271">
                  <c:v>56</c:v>
                </c:pt>
                <c:pt idx="272">
                  <c:v>177</c:v>
                </c:pt>
                <c:pt idx="273">
                  <c:v>180</c:v>
                </c:pt>
                <c:pt idx="274">
                  <c:v>155</c:v>
                </c:pt>
                <c:pt idx="275">
                  <c:v>88</c:v>
                </c:pt>
                <c:pt idx="276">
                  <c:v>56</c:v>
                </c:pt>
                <c:pt idx="277">
                  <c:v>81</c:v>
                </c:pt>
                <c:pt idx="278">
                  <c:v>139</c:v>
                </c:pt>
                <c:pt idx="279">
                  <c:v>177</c:v>
                </c:pt>
                <c:pt idx="280">
                  <c:v>80</c:v>
                </c:pt>
                <c:pt idx="281">
                  <c:v>91</c:v>
                </c:pt>
                <c:pt idx="282">
                  <c:v>166</c:v>
                </c:pt>
                <c:pt idx="283">
                  <c:v>50</c:v>
                </c:pt>
                <c:pt idx="284">
                  <c:v>62</c:v>
                </c:pt>
                <c:pt idx="285">
                  <c:v>40</c:v>
                </c:pt>
                <c:pt idx="286">
                  <c:v>61</c:v>
                </c:pt>
                <c:pt idx="287">
                  <c:v>144</c:v>
                </c:pt>
                <c:pt idx="288">
                  <c:v>168</c:v>
                </c:pt>
                <c:pt idx="289">
                  <c:v>180</c:v>
                </c:pt>
                <c:pt idx="290">
                  <c:v>108</c:v>
                </c:pt>
                <c:pt idx="291">
                  <c:v>180</c:v>
                </c:pt>
                <c:pt idx="292">
                  <c:v>93</c:v>
                </c:pt>
                <c:pt idx="293">
                  <c:v>72</c:v>
                </c:pt>
                <c:pt idx="294">
                  <c:v>65</c:v>
                </c:pt>
                <c:pt idx="295">
                  <c:v>64</c:v>
                </c:pt>
                <c:pt idx="296">
                  <c:v>75</c:v>
                </c:pt>
                <c:pt idx="297">
                  <c:v>156</c:v>
                </c:pt>
                <c:pt idx="298">
                  <c:v>62</c:v>
                </c:pt>
                <c:pt idx="299">
                  <c:v>149</c:v>
                </c:pt>
                <c:pt idx="300">
                  <c:v>80</c:v>
                </c:pt>
                <c:pt idx="301">
                  <c:v>142</c:v>
                </c:pt>
                <c:pt idx="302">
                  <c:v>43</c:v>
                </c:pt>
                <c:pt idx="303">
                  <c:v>79</c:v>
                </c:pt>
                <c:pt idx="304">
                  <c:v>62</c:v>
                </c:pt>
                <c:pt idx="305">
                  <c:v>173</c:v>
                </c:pt>
                <c:pt idx="306">
                  <c:v>40</c:v>
                </c:pt>
                <c:pt idx="307">
                  <c:v>59</c:v>
                </c:pt>
                <c:pt idx="308">
                  <c:v>75</c:v>
                </c:pt>
                <c:pt idx="309">
                  <c:v>63</c:v>
                </c:pt>
                <c:pt idx="310">
                  <c:v>160</c:v>
                </c:pt>
                <c:pt idx="311">
                  <c:v>164</c:v>
                </c:pt>
                <c:pt idx="312">
                  <c:v>70</c:v>
                </c:pt>
                <c:pt idx="313">
                  <c:v>99</c:v>
                </c:pt>
                <c:pt idx="314">
                  <c:v>39</c:v>
                </c:pt>
                <c:pt idx="315">
                  <c:v>68</c:v>
                </c:pt>
                <c:pt idx="316">
                  <c:v>125</c:v>
                </c:pt>
                <c:pt idx="317">
                  <c:v>38</c:v>
                </c:pt>
                <c:pt idx="318">
                  <c:v>53</c:v>
                </c:pt>
                <c:pt idx="319">
                  <c:v>113</c:v>
                </c:pt>
                <c:pt idx="320">
                  <c:v>81</c:v>
                </c:pt>
                <c:pt idx="321">
                  <c:v>130</c:v>
                </c:pt>
                <c:pt idx="322">
                  <c:v>104</c:v>
                </c:pt>
                <c:pt idx="323">
                  <c:v>127</c:v>
                </c:pt>
                <c:pt idx="324">
                  <c:v>34</c:v>
                </c:pt>
                <c:pt idx="325">
                  <c:v>143</c:v>
                </c:pt>
                <c:pt idx="326">
                  <c:v>79</c:v>
                </c:pt>
                <c:pt idx="327">
                  <c:v>121</c:v>
                </c:pt>
                <c:pt idx="328">
                  <c:v>175</c:v>
                </c:pt>
                <c:pt idx="329">
                  <c:v>160</c:v>
                </c:pt>
                <c:pt idx="330">
                  <c:v>90</c:v>
                </c:pt>
                <c:pt idx="331">
                  <c:v>86</c:v>
                </c:pt>
                <c:pt idx="332">
                  <c:v>82</c:v>
                </c:pt>
                <c:pt idx="333">
                  <c:v>126</c:v>
                </c:pt>
                <c:pt idx="334">
                  <c:v>127</c:v>
                </c:pt>
                <c:pt idx="335">
                  <c:v>155</c:v>
                </c:pt>
                <c:pt idx="336">
                  <c:v>124</c:v>
                </c:pt>
                <c:pt idx="337">
                  <c:v>33</c:v>
                </c:pt>
                <c:pt idx="338">
                  <c:v>118</c:v>
                </c:pt>
                <c:pt idx="339">
                  <c:v>64</c:v>
                </c:pt>
                <c:pt idx="340">
                  <c:v>72</c:v>
                </c:pt>
                <c:pt idx="341">
                  <c:v>40</c:v>
                </c:pt>
                <c:pt idx="342">
                  <c:v>126</c:v>
                </c:pt>
                <c:pt idx="343">
                  <c:v>30</c:v>
                </c:pt>
                <c:pt idx="344">
                  <c:v>163</c:v>
                </c:pt>
                <c:pt idx="345">
                  <c:v>57</c:v>
                </c:pt>
                <c:pt idx="346">
                  <c:v>117</c:v>
                </c:pt>
                <c:pt idx="347">
                  <c:v>109</c:v>
                </c:pt>
                <c:pt idx="348">
                  <c:v>67</c:v>
                </c:pt>
                <c:pt idx="349">
                  <c:v>87</c:v>
                </c:pt>
                <c:pt idx="350">
                  <c:v>102</c:v>
                </c:pt>
                <c:pt idx="351">
                  <c:v>32</c:v>
                </c:pt>
                <c:pt idx="352">
                  <c:v>38</c:v>
                </c:pt>
                <c:pt idx="353">
                  <c:v>155</c:v>
                </c:pt>
                <c:pt idx="354">
                  <c:v>77</c:v>
                </c:pt>
                <c:pt idx="355">
                  <c:v>40</c:v>
                </c:pt>
                <c:pt idx="356">
                  <c:v>105</c:v>
                </c:pt>
                <c:pt idx="357">
                  <c:v>121</c:v>
                </c:pt>
                <c:pt idx="358">
                  <c:v>125</c:v>
                </c:pt>
                <c:pt idx="359">
                  <c:v>115</c:v>
                </c:pt>
                <c:pt idx="360">
                  <c:v>102</c:v>
                </c:pt>
                <c:pt idx="361">
                  <c:v>62</c:v>
                </c:pt>
                <c:pt idx="362">
                  <c:v>108</c:v>
                </c:pt>
                <c:pt idx="363">
                  <c:v>152</c:v>
                </c:pt>
                <c:pt idx="364">
                  <c:v>74</c:v>
                </c:pt>
                <c:pt idx="365">
                  <c:v>30</c:v>
                </c:pt>
                <c:pt idx="366">
                  <c:v>132</c:v>
                </c:pt>
                <c:pt idx="367">
                  <c:v>123</c:v>
                </c:pt>
                <c:pt idx="368">
                  <c:v>38</c:v>
                </c:pt>
                <c:pt idx="369">
                  <c:v>69</c:v>
                </c:pt>
                <c:pt idx="370">
                  <c:v>77</c:v>
                </c:pt>
                <c:pt idx="371">
                  <c:v>79</c:v>
                </c:pt>
                <c:pt idx="372">
                  <c:v>107</c:v>
                </c:pt>
                <c:pt idx="373">
                  <c:v>77</c:v>
                </c:pt>
                <c:pt idx="374">
                  <c:v>52</c:v>
                </c:pt>
                <c:pt idx="375">
                  <c:v>94</c:v>
                </c:pt>
                <c:pt idx="376">
                  <c:v>131</c:v>
                </c:pt>
                <c:pt idx="377">
                  <c:v>96</c:v>
                </c:pt>
                <c:pt idx="378">
                  <c:v>30</c:v>
                </c:pt>
                <c:pt idx="379">
                  <c:v>167</c:v>
                </c:pt>
                <c:pt idx="380">
                  <c:v>124</c:v>
                </c:pt>
                <c:pt idx="381">
                  <c:v>139</c:v>
                </c:pt>
                <c:pt idx="382">
                  <c:v>66</c:v>
                </c:pt>
                <c:pt idx="383">
                  <c:v>98</c:v>
                </c:pt>
                <c:pt idx="384">
                  <c:v>128</c:v>
                </c:pt>
                <c:pt idx="385">
                  <c:v>165</c:v>
                </c:pt>
                <c:pt idx="386">
                  <c:v>111</c:v>
                </c:pt>
                <c:pt idx="387">
                  <c:v>115</c:v>
                </c:pt>
                <c:pt idx="388">
                  <c:v>122</c:v>
                </c:pt>
                <c:pt idx="389">
                  <c:v>126</c:v>
                </c:pt>
                <c:pt idx="390">
                  <c:v>150</c:v>
                </c:pt>
                <c:pt idx="391">
                  <c:v>171</c:v>
                </c:pt>
                <c:pt idx="392">
                  <c:v>110</c:v>
                </c:pt>
                <c:pt idx="393">
                  <c:v>32</c:v>
                </c:pt>
                <c:pt idx="394">
                  <c:v>158</c:v>
                </c:pt>
                <c:pt idx="395">
                  <c:v>39</c:v>
                </c:pt>
                <c:pt idx="396">
                  <c:v>140</c:v>
                </c:pt>
                <c:pt idx="397">
                  <c:v>71</c:v>
                </c:pt>
                <c:pt idx="398">
                  <c:v>63</c:v>
                </c:pt>
                <c:pt idx="399">
                  <c:v>70</c:v>
                </c:pt>
                <c:pt idx="400">
                  <c:v>46</c:v>
                </c:pt>
                <c:pt idx="401">
                  <c:v>43</c:v>
                </c:pt>
                <c:pt idx="402">
                  <c:v>106</c:v>
                </c:pt>
                <c:pt idx="403">
                  <c:v>111</c:v>
                </c:pt>
                <c:pt idx="404">
                  <c:v>169</c:v>
                </c:pt>
                <c:pt idx="405">
                  <c:v>168</c:v>
                </c:pt>
                <c:pt idx="406">
                  <c:v>135</c:v>
                </c:pt>
                <c:pt idx="407">
                  <c:v>148</c:v>
                </c:pt>
                <c:pt idx="408">
                  <c:v>111</c:v>
                </c:pt>
                <c:pt idx="409">
                  <c:v>159</c:v>
                </c:pt>
                <c:pt idx="410">
                  <c:v>121</c:v>
                </c:pt>
                <c:pt idx="411">
                  <c:v>57</c:v>
                </c:pt>
                <c:pt idx="412">
                  <c:v>145</c:v>
                </c:pt>
                <c:pt idx="413">
                  <c:v>79</c:v>
                </c:pt>
                <c:pt idx="414">
                  <c:v>171</c:v>
                </c:pt>
                <c:pt idx="415">
                  <c:v>144</c:v>
                </c:pt>
                <c:pt idx="416">
                  <c:v>131</c:v>
                </c:pt>
                <c:pt idx="417">
                  <c:v>89</c:v>
                </c:pt>
                <c:pt idx="418">
                  <c:v>157</c:v>
                </c:pt>
                <c:pt idx="419">
                  <c:v>165</c:v>
                </c:pt>
                <c:pt idx="420">
                  <c:v>156</c:v>
                </c:pt>
                <c:pt idx="421">
                  <c:v>58</c:v>
                </c:pt>
                <c:pt idx="422">
                  <c:v>163</c:v>
                </c:pt>
                <c:pt idx="423">
                  <c:v>33</c:v>
                </c:pt>
                <c:pt idx="424">
                  <c:v>161</c:v>
                </c:pt>
                <c:pt idx="425">
                  <c:v>151</c:v>
                </c:pt>
                <c:pt idx="426">
                  <c:v>138</c:v>
                </c:pt>
                <c:pt idx="427">
                  <c:v>91</c:v>
                </c:pt>
                <c:pt idx="428">
                  <c:v>158</c:v>
                </c:pt>
                <c:pt idx="429">
                  <c:v>73</c:v>
                </c:pt>
                <c:pt idx="430">
                  <c:v>107</c:v>
                </c:pt>
                <c:pt idx="431">
                  <c:v>35</c:v>
                </c:pt>
                <c:pt idx="432">
                  <c:v>164</c:v>
                </c:pt>
                <c:pt idx="433">
                  <c:v>157</c:v>
                </c:pt>
                <c:pt idx="434">
                  <c:v>43</c:v>
                </c:pt>
                <c:pt idx="435">
                  <c:v>151</c:v>
                </c:pt>
                <c:pt idx="436">
                  <c:v>107</c:v>
                </c:pt>
                <c:pt idx="437">
                  <c:v>148</c:v>
                </c:pt>
                <c:pt idx="438">
                  <c:v>162</c:v>
                </c:pt>
                <c:pt idx="439">
                  <c:v>87</c:v>
                </c:pt>
                <c:pt idx="440">
                  <c:v>159</c:v>
                </c:pt>
                <c:pt idx="441">
                  <c:v>73</c:v>
                </c:pt>
                <c:pt idx="442">
                  <c:v>147</c:v>
                </c:pt>
                <c:pt idx="443">
                  <c:v>83</c:v>
                </c:pt>
                <c:pt idx="444">
                  <c:v>177</c:v>
                </c:pt>
                <c:pt idx="445">
                  <c:v>151</c:v>
                </c:pt>
                <c:pt idx="446">
                  <c:v>145</c:v>
                </c:pt>
                <c:pt idx="447">
                  <c:v>82</c:v>
                </c:pt>
                <c:pt idx="448">
                  <c:v>142</c:v>
                </c:pt>
                <c:pt idx="449">
                  <c:v>121</c:v>
                </c:pt>
                <c:pt idx="450">
                  <c:v>137</c:v>
                </c:pt>
                <c:pt idx="451">
                  <c:v>50</c:v>
                </c:pt>
                <c:pt idx="452">
                  <c:v>127</c:v>
                </c:pt>
                <c:pt idx="453">
                  <c:v>89</c:v>
                </c:pt>
                <c:pt idx="454">
                  <c:v>104</c:v>
                </c:pt>
                <c:pt idx="455">
                  <c:v>158</c:v>
                </c:pt>
                <c:pt idx="456">
                  <c:v>59</c:v>
                </c:pt>
                <c:pt idx="457">
                  <c:v>140</c:v>
                </c:pt>
                <c:pt idx="458">
                  <c:v>57</c:v>
                </c:pt>
                <c:pt idx="459">
                  <c:v>93</c:v>
                </c:pt>
                <c:pt idx="460">
                  <c:v>32</c:v>
                </c:pt>
                <c:pt idx="461">
                  <c:v>67</c:v>
                </c:pt>
                <c:pt idx="462">
                  <c:v>90</c:v>
                </c:pt>
                <c:pt idx="463">
                  <c:v>113</c:v>
                </c:pt>
                <c:pt idx="464">
                  <c:v>160</c:v>
                </c:pt>
                <c:pt idx="465">
                  <c:v>163</c:v>
                </c:pt>
                <c:pt idx="466">
                  <c:v>120</c:v>
                </c:pt>
                <c:pt idx="467">
                  <c:v>134</c:v>
                </c:pt>
                <c:pt idx="468">
                  <c:v>48</c:v>
                </c:pt>
                <c:pt idx="469">
                  <c:v>145</c:v>
                </c:pt>
                <c:pt idx="470">
                  <c:v>101</c:v>
                </c:pt>
                <c:pt idx="471">
                  <c:v>140</c:v>
                </c:pt>
                <c:pt idx="472">
                  <c:v>171</c:v>
                </c:pt>
                <c:pt idx="473">
                  <c:v>143</c:v>
                </c:pt>
                <c:pt idx="474">
                  <c:v>48</c:v>
                </c:pt>
                <c:pt idx="475">
                  <c:v>102</c:v>
                </c:pt>
                <c:pt idx="476">
                  <c:v>76</c:v>
                </c:pt>
                <c:pt idx="477">
                  <c:v>59</c:v>
                </c:pt>
                <c:pt idx="478">
                  <c:v>112</c:v>
                </c:pt>
                <c:pt idx="479">
                  <c:v>82</c:v>
                </c:pt>
                <c:pt idx="480">
                  <c:v>167</c:v>
                </c:pt>
                <c:pt idx="481">
                  <c:v>88</c:v>
                </c:pt>
                <c:pt idx="482">
                  <c:v>68</c:v>
                </c:pt>
                <c:pt idx="483">
                  <c:v>173</c:v>
                </c:pt>
                <c:pt idx="484">
                  <c:v>174</c:v>
                </c:pt>
                <c:pt idx="485">
                  <c:v>135</c:v>
                </c:pt>
                <c:pt idx="486">
                  <c:v>172</c:v>
                </c:pt>
                <c:pt idx="487">
                  <c:v>65</c:v>
                </c:pt>
                <c:pt idx="488">
                  <c:v>148</c:v>
                </c:pt>
                <c:pt idx="489">
                  <c:v>54</c:v>
                </c:pt>
                <c:pt idx="490">
                  <c:v>81</c:v>
                </c:pt>
                <c:pt idx="491">
                  <c:v>85</c:v>
                </c:pt>
                <c:pt idx="492">
                  <c:v>151</c:v>
                </c:pt>
                <c:pt idx="493">
                  <c:v>75</c:v>
                </c:pt>
                <c:pt idx="494">
                  <c:v>114</c:v>
                </c:pt>
                <c:pt idx="495">
                  <c:v>56</c:v>
                </c:pt>
                <c:pt idx="496">
                  <c:v>34</c:v>
                </c:pt>
                <c:pt idx="497">
                  <c:v>80</c:v>
                </c:pt>
                <c:pt idx="498">
                  <c:v>77</c:v>
                </c:pt>
                <c:pt idx="499">
                  <c:v>135</c:v>
                </c:pt>
                <c:pt idx="500">
                  <c:v>175</c:v>
                </c:pt>
                <c:pt idx="501">
                  <c:v>151</c:v>
                </c:pt>
                <c:pt idx="502">
                  <c:v>71</c:v>
                </c:pt>
                <c:pt idx="503">
                  <c:v>57</c:v>
                </c:pt>
                <c:pt idx="504">
                  <c:v>147</c:v>
                </c:pt>
                <c:pt idx="505">
                  <c:v>125</c:v>
                </c:pt>
                <c:pt idx="506">
                  <c:v>113</c:v>
                </c:pt>
                <c:pt idx="507">
                  <c:v>157</c:v>
                </c:pt>
                <c:pt idx="508">
                  <c:v>57</c:v>
                </c:pt>
                <c:pt idx="509">
                  <c:v>138</c:v>
                </c:pt>
                <c:pt idx="510">
                  <c:v>31</c:v>
                </c:pt>
                <c:pt idx="511">
                  <c:v>168</c:v>
                </c:pt>
                <c:pt idx="512">
                  <c:v>67</c:v>
                </c:pt>
                <c:pt idx="513">
                  <c:v>107</c:v>
                </c:pt>
                <c:pt idx="514">
                  <c:v>100</c:v>
                </c:pt>
                <c:pt idx="515">
                  <c:v>54</c:v>
                </c:pt>
                <c:pt idx="516">
                  <c:v>68</c:v>
                </c:pt>
                <c:pt idx="517">
                  <c:v>37</c:v>
                </c:pt>
                <c:pt idx="518">
                  <c:v>176</c:v>
                </c:pt>
                <c:pt idx="519">
                  <c:v>103</c:v>
                </c:pt>
                <c:pt idx="520">
                  <c:v>87</c:v>
                </c:pt>
                <c:pt idx="521">
                  <c:v>74</c:v>
                </c:pt>
                <c:pt idx="522">
                  <c:v>114</c:v>
                </c:pt>
                <c:pt idx="523">
                  <c:v>104</c:v>
                </c:pt>
                <c:pt idx="524">
                  <c:v>97</c:v>
                </c:pt>
                <c:pt idx="525">
                  <c:v>86</c:v>
                </c:pt>
                <c:pt idx="526">
                  <c:v>88</c:v>
                </c:pt>
                <c:pt idx="527">
                  <c:v>73</c:v>
                </c:pt>
                <c:pt idx="528">
                  <c:v>33</c:v>
                </c:pt>
                <c:pt idx="529">
                  <c:v>92</c:v>
                </c:pt>
                <c:pt idx="530">
                  <c:v>178</c:v>
                </c:pt>
                <c:pt idx="531">
                  <c:v>154</c:v>
                </c:pt>
                <c:pt idx="532">
                  <c:v>106</c:v>
                </c:pt>
                <c:pt idx="533">
                  <c:v>54</c:v>
                </c:pt>
                <c:pt idx="534">
                  <c:v>70</c:v>
                </c:pt>
                <c:pt idx="535">
                  <c:v>174</c:v>
                </c:pt>
                <c:pt idx="536">
                  <c:v>113</c:v>
                </c:pt>
                <c:pt idx="537">
                  <c:v>93</c:v>
                </c:pt>
                <c:pt idx="538">
                  <c:v>81</c:v>
                </c:pt>
                <c:pt idx="539">
                  <c:v>88</c:v>
                </c:pt>
                <c:pt idx="540">
                  <c:v>34</c:v>
                </c:pt>
                <c:pt idx="541">
                  <c:v>48</c:v>
                </c:pt>
                <c:pt idx="542">
                  <c:v>68</c:v>
                </c:pt>
                <c:pt idx="543">
                  <c:v>62</c:v>
                </c:pt>
                <c:pt idx="544">
                  <c:v>36</c:v>
                </c:pt>
                <c:pt idx="545">
                  <c:v>121</c:v>
                </c:pt>
                <c:pt idx="546">
                  <c:v>141</c:v>
                </c:pt>
                <c:pt idx="547">
                  <c:v>83</c:v>
                </c:pt>
                <c:pt idx="548">
                  <c:v>37</c:v>
                </c:pt>
                <c:pt idx="549">
                  <c:v>148</c:v>
                </c:pt>
                <c:pt idx="550">
                  <c:v>63</c:v>
                </c:pt>
                <c:pt idx="551">
                  <c:v>138</c:v>
                </c:pt>
                <c:pt idx="552">
                  <c:v>78</c:v>
                </c:pt>
                <c:pt idx="553">
                  <c:v>46</c:v>
                </c:pt>
                <c:pt idx="554">
                  <c:v>86</c:v>
                </c:pt>
                <c:pt idx="555">
                  <c:v>87</c:v>
                </c:pt>
                <c:pt idx="556">
                  <c:v>83</c:v>
                </c:pt>
                <c:pt idx="557">
                  <c:v>61</c:v>
                </c:pt>
                <c:pt idx="558">
                  <c:v>146</c:v>
                </c:pt>
                <c:pt idx="559">
                  <c:v>122</c:v>
                </c:pt>
                <c:pt idx="560">
                  <c:v>92</c:v>
                </c:pt>
                <c:pt idx="561">
                  <c:v>137</c:v>
                </c:pt>
                <c:pt idx="562">
                  <c:v>37</c:v>
                </c:pt>
                <c:pt idx="563">
                  <c:v>132</c:v>
                </c:pt>
                <c:pt idx="564">
                  <c:v>81</c:v>
                </c:pt>
                <c:pt idx="565">
                  <c:v>80</c:v>
                </c:pt>
                <c:pt idx="566">
                  <c:v>92</c:v>
                </c:pt>
                <c:pt idx="567">
                  <c:v>153</c:v>
                </c:pt>
                <c:pt idx="568">
                  <c:v>64</c:v>
                </c:pt>
                <c:pt idx="569">
                  <c:v>46</c:v>
                </c:pt>
                <c:pt idx="570">
                  <c:v>85</c:v>
                </c:pt>
                <c:pt idx="571">
                  <c:v>46</c:v>
                </c:pt>
                <c:pt idx="572">
                  <c:v>134</c:v>
                </c:pt>
                <c:pt idx="573">
                  <c:v>116</c:v>
                </c:pt>
                <c:pt idx="574">
                  <c:v>125</c:v>
                </c:pt>
                <c:pt idx="575">
                  <c:v>167</c:v>
                </c:pt>
                <c:pt idx="576">
                  <c:v>46</c:v>
                </c:pt>
                <c:pt idx="577">
                  <c:v>163</c:v>
                </c:pt>
                <c:pt idx="578">
                  <c:v>129</c:v>
                </c:pt>
                <c:pt idx="579">
                  <c:v>128</c:v>
                </c:pt>
                <c:pt idx="580">
                  <c:v>176</c:v>
                </c:pt>
                <c:pt idx="581">
                  <c:v>96</c:v>
                </c:pt>
                <c:pt idx="582">
                  <c:v>40</c:v>
                </c:pt>
                <c:pt idx="583">
                  <c:v>57</c:v>
                </c:pt>
                <c:pt idx="584">
                  <c:v>91</c:v>
                </c:pt>
                <c:pt idx="585">
                  <c:v>44</c:v>
                </c:pt>
                <c:pt idx="586">
                  <c:v>46</c:v>
                </c:pt>
                <c:pt idx="587">
                  <c:v>35</c:v>
                </c:pt>
                <c:pt idx="588">
                  <c:v>129</c:v>
                </c:pt>
                <c:pt idx="589">
                  <c:v>136</c:v>
                </c:pt>
                <c:pt idx="590">
                  <c:v>108</c:v>
                </c:pt>
                <c:pt idx="591">
                  <c:v>128</c:v>
                </c:pt>
                <c:pt idx="592">
                  <c:v>51</c:v>
                </c:pt>
                <c:pt idx="593">
                  <c:v>104</c:v>
                </c:pt>
                <c:pt idx="594">
                  <c:v>127</c:v>
                </c:pt>
                <c:pt idx="595">
                  <c:v>106</c:v>
                </c:pt>
                <c:pt idx="596">
                  <c:v>111</c:v>
                </c:pt>
                <c:pt idx="597">
                  <c:v>34</c:v>
                </c:pt>
                <c:pt idx="598">
                  <c:v>79</c:v>
                </c:pt>
                <c:pt idx="599">
                  <c:v>49</c:v>
                </c:pt>
                <c:pt idx="600">
                  <c:v>30</c:v>
                </c:pt>
                <c:pt idx="601">
                  <c:v>31</c:v>
                </c:pt>
                <c:pt idx="602">
                  <c:v>135</c:v>
                </c:pt>
                <c:pt idx="603">
                  <c:v>144</c:v>
                </c:pt>
                <c:pt idx="604">
                  <c:v>169</c:v>
                </c:pt>
                <c:pt idx="605">
                  <c:v>132</c:v>
                </c:pt>
                <c:pt idx="606">
                  <c:v>107</c:v>
                </c:pt>
                <c:pt idx="607">
                  <c:v>104</c:v>
                </c:pt>
                <c:pt idx="608">
                  <c:v>124</c:v>
                </c:pt>
                <c:pt idx="609">
                  <c:v>90</c:v>
                </c:pt>
                <c:pt idx="610">
                  <c:v>66</c:v>
                </c:pt>
                <c:pt idx="611">
                  <c:v>164</c:v>
                </c:pt>
                <c:pt idx="612">
                  <c:v>127</c:v>
                </c:pt>
                <c:pt idx="613">
                  <c:v>124</c:v>
                </c:pt>
                <c:pt idx="614">
                  <c:v>157</c:v>
                </c:pt>
                <c:pt idx="615">
                  <c:v>69</c:v>
                </c:pt>
                <c:pt idx="616">
                  <c:v>86</c:v>
                </c:pt>
                <c:pt idx="617">
                  <c:v>88</c:v>
                </c:pt>
                <c:pt idx="618">
                  <c:v>81</c:v>
                </c:pt>
                <c:pt idx="619">
                  <c:v>57</c:v>
                </c:pt>
                <c:pt idx="620">
                  <c:v>82</c:v>
                </c:pt>
                <c:pt idx="621">
                  <c:v>30</c:v>
                </c:pt>
                <c:pt idx="622">
                  <c:v>146</c:v>
                </c:pt>
                <c:pt idx="623">
                  <c:v>37</c:v>
                </c:pt>
                <c:pt idx="624">
                  <c:v>78</c:v>
                </c:pt>
                <c:pt idx="625">
                  <c:v>171</c:v>
                </c:pt>
                <c:pt idx="626">
                  <c:v>94</c:v>
                </c:pt>
                <c:pt idx="627">
                  <c:v>137</c:v>
                </c:pt>
                <c:pt idx="628">
                  <c:v>57</c:v>
                </c:pt>
                <c:pt idx="629">
                  <c:v>78</c:v>
                </c:pt>
                <c:pt idx="630">
                  <c:v>125</c:v>
                </c:pt>
                <c:pt idx="631">
                  <c:v>138</c:v>
                </c:pt>
                <c:pt idx="632">
                  <c:v>38</c:v>
                </c:pt>
                <c:pt idx="633">
                  <c:v>94</c:v>
                </c:pt>
                <c:pt idx="634">
                  <c:v>129</c:v>
                </c:pt>
                <c:pt idx="635">
                  <c:v>35</c:v>
                </c:pt>
                <c:pt idx="636">
                  <c:v>71</c:v>
                </c:pt>
                <c:pt idx="637">
                  <c:v>130</c:v>
                </c:pt>
                <c:pt idx="638">
                  <c:v>55</c:v>
                </c:pt>
                <c:pt idx="639">
                  <c:v>40</c:v>
                </c:pt>
                <c:pt idx="640">
                  <c:v>46</c:v>
                </c:pt>
                <c:pt idx="641">
                  <c:v>176</c:v>
                </c:pt>
                <c:pt idx="642">
                  <c:v>108</c:v>
                </c:pt>
                <c:pt idx="643">
                  <c:v>60</c:v>
                </c:pt>
                <c:pt idx="644">
                  <c:v>61</c:v>
                </c:pt>
                <c:pt idx="645">
                  <c:v>65</c:v>
                </c:pt>
                <c:pt idx="646">
                  <c:v>116</c:v>
                </c:pt>
                <c:pt idx="647">
                  <c:v>34</c:v>
                </c:pt>
                <c:pt idx="648">
                  <c:v>141</c:v>
                </c:pt>
                <c:pt idx="649">
                  <c:v>155</c:v>
                </c:pt>
                <c:pt idx="650">
                  <c:v>120</c:v>
                </c:pt>
                <c:pt idx="651">
                  <c:v>144</c:v>
                </c:pt>
                <c:pt idx="652">
                  <c:v>53</c:v>
                </c:pt>
                <c:pt idx="653">
                  <c:v>53</c:v>
                </c:pt>
                <c:pt idx="654">
                  <c:v>148</c:v>
                </c:pt>
                <c:pt idx="655">
                  <c:v>63</c:v>
                </c:pt>
                <c:pt idx="656">
                  <c:v>168</c:v>
                </c:pt>
                <c:pt idx="657">
                  <c:v>106</c:v>
                </c:pt>
                <c:pt idx="658">
                  <c:v>88</c:v>
                </c:pt>
                <c:pt idx="659">
                  <c:v>140</c:v>
                </c:pt>
                <c:pt idx="660">
                  <c:v>99</c:v>
                </c:pt>
                <c:pt idx="661">
                  <c:v>161</c:v>
                </c:pt>
                <c:pt idx="662">
                  <c:v>64</c:v>
                </c:pt>
                <c:pt idx="663">
                  <c:v>59</c:v>
                </c:pt>
                <c:pt idx="664">
                  <c:v>114</c:v>
                </c:pt>
                <c:pt idx="665">
                  <c:v>159</c:v>
                </c:pt>
                <c:pt idx="666">
                  <c:v>124</c:v>
                </c:pt>
                <c:pt idx="667">
                  <c:v>55</c:v>
                </c:pt>
                <c:pt idx="668">
                  <c:v>114</c:v>
                </c:pt>
                <c:pt idx="669">
                  <c:v>148</c:v>
                </c:pt>
                <c:pt idx="670">
                  <c:v>137</c:v>
                </c:pt>
                <c:pt idx="671">
                  <c:v>115</c:v>
                </c:pt>
                <c:pt idx="672">
                  <c:v>94</c:v>
                </c:pt>
                <c:pt idx="673">
                  <c:v>161</c:v>
                </c:pt>
                <c:pt idx="674">
                  <c:v>100</c:v>
                </c:pt>
                <c:pt idx="675">
                  <c:v>89</c:v>
                </c:pt>
                <c:pt idx="676">
                  <c:v>140</c:v>
                </c:pt>
                <c:pt idx="677">
                  <c:v>75</c:v>
                </c:pt>
                <c:pt idx="678">
                  <c:v>71</c:v>
                </c:pt>
                <c:pt idx="679">
                  <c:v>61</c:v>
                </c:pt>
                <c:pt idx="680">
                  <c:v>71</c:v>
                </c:pt>
                <c:pt idx="681">
                  <c:v>147</c:v>
                </c:pt>
                <c:pt idx="682">
                  <c:v>163</c:v>
                </c:pt>
                <c:pt idx="683">
                  <c:v>96</c:v>
                </c:pt>
                <c:pt idx="684">
                  <c:v>65</c:v>
                </c:pt>
                <c:pt idx="685">
                  <c:v>168</c:v>
                </c:pt>
                <c:pt idx="686">
                  <c:v>133</c:v>
                </c:pt>
                <c:pt idx="687">
                  <c:v>73</c:v>
                </c:pt>
                <c:pt idx="688">
                  <c:v>133</c:v>
                </c:pt>
                <c:pt idx="689">
                  <c:v>178</c:v>
                </c:pt>
                <c:pt idx="690">
                  <c:v>117</c:v>
                </c:pt>
                <c:pt idx="691">
                  <c:v>141</c:v>
                </c:pt>
                <c:pt idx="692">
                  <c:v>165</c:v>
                </c:pt>
                <c:pt idx="693">
                  <c:v>86</c:v>
                </c:pt>
                <c:pt idx="694">
                  <c:v>177</c:v>
                </c:pt>
                <c:pt idx="695">
                  <c:v>81</c:v>
                </c:pt>
                <c:pt idx="696">
                  <c:v>56</c:v>
                </c:pt>
                <c:pt idx="697">
                  <c:v>134</c:v>
                </c:pt>
                <c:pt idx="698">
                  <c:v>72</c:v>
                </c:pt>
                <c:pt idx="699">
                  <c:v>35</c:v>
                </c:pt>
                <c:pt idx="700">
                  <c:v>82</c:v>
                </c:pt>
                <c:pt idx="701">
                  <c:v>136</c:v>
                </c:pt>
                <c:pt idx="702">
                  <c:v>110</c:v>
                </c:pt>
                <c:pt idx="703">
                  <c:v>43</c:v>
                </c:pt>
                <c:pt idx="704">
                  <c:v>41</c:v>
                </c:pt>
                <c:pt idx="705">
                  <c:v>37</c:v>
                </c:pt>
                <c:pt idx="706">
                  <c:v>68</c:v>
                </c:pt>
                <c:pt idx="707">
                  <c:v>158</c:v>
                </c:pt>
                <c:pt idx="708">
                  <c:v>52</c:v>
                </c:pt>
                <c:pt idx="709">
                  <c:v>40</c:v>
                </c:pt>
                <c:pt idx="710">
                  <c:v>61</c:v>
                </c:pt>
                <c:pt idx="711">
                  <c:v>69</c:v>
                </c:pt>
                <c:pt idx="712">
                  <c:v>94</c:v>
                </c:pt>
                <c:pt idx="713">
                  <c:v>51</c:v>
                </c:pt>
                <c:pt idx="714">
                  <c:v>117</c:v>
                </c:pt>
                <c:pt idx="715">
                  <c:v>146</c:v>
                </c:pt>
                <c:pt idx="716">
                  <c:v>51</c:v>
                </c:pt>
                <c:pt idx="717">
                  <c:v>164</c:v>
                </c:pt>
                <c:pt idx="718">
                  <c:v>109</c:v>
                </c:pt>
                <c:pt idx="719">
                  <c:v>159</c:v>
                </c:pt>
                <c:pt idx="720">
                  <c:v>156</c:v>
                </c:pt>
                <c:pt idx="721">
                  <c:v>128</c:v>
                </c:pt>
                <c:pt idx="722">
                  <c:v>138</c:v>
                </c:pt>
                <c:pt idx="723">
                  <c:v>170</c:v>
                </c:pt>
                <c:pt idx="724">
                  <c:v>104</c:v>
                </c:pt>
                <c:pt idx="725">
                  <c:v>167</c:v>
                </c:pt>
                <c:pt idx="726">
                  <c:v>44</c:v>
                </c:pt>
                <c:pt idx="727">
                  <c:v>122</c:v>
                </c:pt>
                <c:pt idx="728">
                  <c:v>141</c:v>
                </c:pt>
                <c:pt idx="729">
                  <c:v>60</c:v>
                </c:pt>
                <c:pt idx="730">
                  <c:v>130</c:v>
                </c:pt>
                <c:pt idx="731">
                  <c:v>112</c:v>
                </c:pt>
                <c:pt idx="732">
                  <c:v>102</c:v>
                </c:pt>
                <c:pt idx="733">
                  <c:v>47</c:v>
                </c:pt>
                <c:pt idx="734">
                  <c:v>169</c:v>
                </c:pt>
                <c:pt idx="735">
                  <c:v>118</c:v>
                </c:pt>
                <c:pt idx="736">
                  <c:v>41</c:v>
                </c:pt>
                <c:pt idx="737">
                  <c:v>53</c:v>
                </c:pt>
                <c:pt idx="738">
                  <c:v>59</c:v>
                </c:pt>
                <c:pt idx="739">
                  <c:v>67</c:v>
                </c:pt>
                <c:pt idx="740">
                  <c:v>97</c:v>
                </c:pt>
                <c:pt idx="741">
                  <c:v>103</c:v>
                </c:pt>
                <c:pt idx="742">
                  <c:v>161</c:v>
                </c:pt>
                <c:pt idx="743">
                  <c:v>77</c:v>
                </c:pt>
                <c:pt idx="744">
                  <c:v>80</c:v>
                </c:pt>
                <c:pt idx="745">
                  <c:v>39</c:v>
                </c:pt>
                <c:pt idx="746">
                  <c:v>77</c:v>
                </c:pt>
                <c:pt idx="747">
                  <c:v>75</c:v>
                </c:pt>
                <c:pt idx="748">
                  <c:v>130</c:v>
                </c:pt>
                <c:pt idx="749">
                  <c:v>60</c:v>
                </c:pt>
                <c:pt idx="750">
                  <c:v>57</c:v>
                </c:pt>
                <c:pt idx="751">
                  <c:v>102</c:v>
                </c:pt>
                <c:pt idx="752">
                  <c:v>161</c:v>
                </c:pt>
                <c:pt idx="753">
                  <c:v>116</c:v>
                </c:pt>
                <c:pt idx="754">
                  <c:v>31</c:v>
                </c:pt>
                <c:pt idx="755">
                  <c:v>153</c:v>
                </c:pt>
                <c:pt idx="756">
                  <c:v>104</c:v>
                </c:pt>
                <c:pt idx="757">
                  <c:v>62</c:v>
                </c:pt>
                <c:pt idx="758">
                  <c:v>150</c:v>
                </c:pt>
                <c:pt idx="759">
                  <c:v>127</c:v>
                </c:pt>
                <c:pt idx="760">
                  <c:v>174</c:v>
                </c:pt>
                <c:pt idx="761">
                  <c:v>170</c:v>
                </c:pt>
                <c:pt idx="762">
                  <c:v>104</c:v>
                </c:pt>
                <c:pt idx="763">
                  <c:v>47</c:v>
                </c:pt>
                <c:pt idx="764">
                  <c:v>64</c:v>
                </c:pt>
                <c:pt idx="765">
                  <c:v>77</c:v>
                </c:pt>
                <c:pt idx="766">
                  <c:v>53</c:v>
                </c:pt>
                <c:pt idx="767">
                  <c:v>136</c:v>
                </c:pt>
                <c:pt idx="768">
                  <c:v>134</c:v>
                </c:pt>
                <c:pt idx="769">
                  <c:v>142</c:v>
                </c:pt>
                <c:pt idx="770">
                  <c:v>102</c:v>
                </c:pt>
                <c:pt idx="771">
                  <c:v>30</c:v>
                </c:pt>
                <c:pt idx="772">
                  <c:v>108</c:v>
                </c:pt>
                <c:pt idx="773">
                  <c:v>45</c:v>
                </c:pt>
                <c:pt idx="774">
                  <c:v>61</c:v>
                </c:pt>
                <c:pt idx="775">
                  <c:v>152</c:v>
                </c:pt>
                <c:pt idx="776">
                  <c:v>155</c:v>
                </c:pt>
                <c:pt idx="777">
                  <c:v>40</c:v>
                </c:pt>
                <c:pt idx="778">
                  <c:v>36</c:v>
                </c:pt>
                <c:pt idx="779">
                  <c:v>81</c:v>
                </c:pt>
                <c:pt idx="780">
                  <c:v>98</c:v>
                </c:pt>
                <c:pt idx="781">
                  <c:v>179</c:v>
                </c:pt>
                <c:pt idx="782">
                  <c:v>87</c:v>
                </c:pt>
                <c:pt idx="783">
                  <c:v>98</c:v>
                </c:pt>
                <c:pt idx="784">
                  <c:v>84</c:v>
                </c:pt>
                <c:pt idx="785">
                  <c:v>176</c:v>
                </c:pt>
                <c:pt idx="786">
                  <c:v>161</c:v>
                </c:pt>
                <c:pt idx="787">
                  <c:v>51</c:v>
                </c:pt>
                <c:pt idx="788">
                  <c:v>98</c:v>
                </c:pt>
                <c:pt idx="789">
                  <c:v>172</c:v>
                </c:pt>
                <c:pt idx="790">
                  <c:v>139</c:v>
                </c:pt>
                <c:pt idx="791">
                  <c:v>158</c:v>
                </c:pt>
                <c:pt idx="792">
                  <c:v>52</c:v>
                </c:pt>
                <c:pt idx="793">
                  <c:v>95</c:v>
                </c:pt>
                <c:pt idx="794">
                  <c:v>37</c:v>
                </c:pt>
                <c:pt idx="795">
                  <c:v>54</c:v>
                </c:pt>
                <c:pt idx="796">
                  <c:v>93</c:v>
                </c:pt>
                <c:pt idx="797">
                  <c:v>76</c:v>
                </c:pt>
                <c:pt idx="798">
                  <c:v>62</c:v>
                </c:pt>
                <c:pt idx="799">
                  <c:v>100</c:v>
                </c:pt>
                <c:pt idx="800">
                  <c:v>111</c:v>
                </c:pt>
                <c:pt idx="801">
                  <c:v>118</c:v>
                </c:pt>
                <c:pt idx="802">
                  <c:v>110</c:v>
                </c:pt>
                <c:pt idx="803">
                  <c:v>180</c:v>
                </c:pt>
                <c:pt idx="804">
                  <c:v>72</c:v>
                </c:pt>
                <c:pt idx="805">
                  <c:v>172</c:v>
                </c:pt>
                <c:pt idx="806">
                  <c:v>69</c:v>
                </c:pt>
                <c:pt idx="807">
                  <c:v>120</c:v>
                </c:pt>
                <c:pt idx="808">
                  <c:v>114</c:v>
                </c:pt>
                <c:pt idx="809">
                  <c:v>96</c:v>
                </c:pt>
                <c:pt idx="810">
                  <c:v>61</c:v>
                </c:pt>
                <c:pt idx="811">
                  <c:v>94</c:v>
                </c:pt>
                <c:pt idx="812">
                  <c:v>56</c:v>
                </c:pt>
                <c:pt idx="813">
                  <c:v>33</c:v>
                </c:pt>
                <c:pt idx="814">
                  <c:v>78</c:v>
                </c:pt>
                <c:pt idx="815">
                  <c:v>79</c:v>
                </c:pt>
                <c:pt idx="816">
                  <c:v>41</c:v>
                </c:pt>
                <c:pt idx="817">
                  <c:v>132</c:v>
                </c:pt>
                <c:pt idx="818">
                  <c:v>147</c:v>
                </c:pt>
                <c:pt idx="819">
                  <c:v>76</c:v>
                </c:pt>
                <c:pt idx="820">
                  <c:v>50</c:v>
                </c:pt>
                <c:pt idx="821">
                  <c:v>49</c:v>
                </c:pt>
                <c:pt idx="822">
                  <c:v>123</c:v>
                </c:pt>
                <c:pt idx="823">
                  <c:v>132</c:v>
                </c:pt>
                <c:pt idx="824">
                  <c:v>162</c:v>
                </c:pt>
                <c:pt idx="825">
                  <c:v>75</c:v>
                </c:pt>
                <c:pt idx="826">
                  <c:v>110</c:v>
                </c:pt>
                <c:pt idx="827">
                  <c:v>95</c:v>
                </c:pt>
                <c:pt idx="828">
                  <c:v>41</c:v>
                </c:pt>
                <c:pt idx="829">
                  <c:v>99</c:v>
                </c:pt>
                <c:pt idx="830">
                  <c:v>133</c:v>
                </c:pt>
                <c:pt idx="831">
                  <c:v>174</c:v>
                </c:pt>
                <c:pt idx="832">
                  <c:v>114</c:v>
                </c:pt>
                <c:pt idx="833">
                  <c:v>142</c:v>
                </c:pt>
                <c:pt idx="834">
                  <c:v>116</c:v>
                </c:pt>
                <c:pt idx="835">
                  <c:v>32</c:v>
                </c:pt>
                <c:pt idx="836">
                  <c:v>106</c:v>
                </c:pt>
                <c:pt idx="837">
                  <c:v>38</c:v>
                </c:pt>
                <c:pt idx="838">
                  <c:v>152</c:v>
                </c:pt>
                <c:pt idx="839">
                  <c:v>85</c:v>
                </c:pt>
                <c:pt idx="840">
                  <c:v>176</c:v>
                </c:pt>
                <c:pt idx="841">
                  <c:v>128</c:v>
                </c:pt>
                <c:pt idx="842">
                  <c:v>109</c:v>
                </c:pt>
                <c:pt idx="843">
                  <c:v>62</c:v>
                </c:pt>
                <c:pt idx="844">
                  <c:v>176</c:v>
                </c:pt>
                <c:pt idx="845">
                  <c:v>72</c:v>
                </c:pt>
                <c:pt idx="846">
                  <c:v>43</c:v>
                </c:pt>
                <c:pt idx="847">
                  <c:v>154</c:v>
                </c:pt>
                <c:pt idx="848">
                  <c:v>100</c:v>
                </c:pt>
                <c:pt idx="849">
                  <c:v>131</c:v>
                </c:pt>
                <c:pt idx="850">
                  <c:v>52</c:v>
                </c:pt>
                <c:pt idx="851">
                  <c:v>68</c:v>
                </c:pt>
                <c:pt idx="852">
                  <c:v>161</c:v>
                </c:pt>
                <c:pt idx="853">
                  <c:v>107</c:v>
                </c:pt>
                <c:pt idx="854">
                  <c:v>172</c:v>
                </c:pt>
                <c:pt idx="855">
                  <c:v>97</c:v>
                </c:pt>
                <c:pt idx="856">
                  <c:v>50</c:v>
                </c:pt>
                <c:pt idx="857">
                  <c:v>174</c:v>
                </c:pt>
                <c:pt idx="858">
                  <c:v>108</c:v>
                </c:pt>
                <c:pt idx="859">
                  <c:v>124</c:v>
                </c:pt>
                <c:pt idx="860">
                  <c:v>84</c:v>
                </c:pt>
                <c:pt idx="861">
                  <c:v>53</c:v>
                </c:pt>
                <c:pt idx="862">
                  <c:v>36</c:v>
                </c:pt>
                <c:pt idx="863">
                  <c:v>101</c:v>
                </c:pt>
                <c:pt idx="864">
                  <c:v>79</c:v>
                </c:pt>
                <c:pt idx="865">
                  <c:v>126</c:v>
                </c:pt>
                <c:pt idx="866">
                  <c:v>90</c:v>
                </c:pt>
                <c:pt idx="867">
                  <c:v>52</c:v>
                </c:pt>
                <c:pt idx="868">
                  <c:v>39</c:v>
                </c:pt>
                <c:pt idx="869">
                  <c:v>143</c:v>
                </c:pt>
                <c:pt idx="870">
                  <c:v>75</c:v>
                </c:pt>
                <c:pt idx="871">
                  <c:v>44</c:v>
                </c:pt>
                <c:pt idx="872">
                  <c:v>160</c:v>
                </c:pt>
                <c:pt idx="873">
                  <c:v>98</c:v>
                </c:pt>
                <c:pt idx="874">
                  <c:v>34</c:v>
                </c:pt>
                <c:pt idx="875">
                  <c:v>175</c:v>
                </c:pt>
                <c:pt idx="876">
                  <c:v>147</c:v>
                </c:pt>
                <c:pt idx="877">
                  <c:v>115</c:v>
                </c:pt>
                <c:pt idx="878">
                  <c:v>65</c:v>
                </c:pt>
                <c:pt idx="879">
                  <c:v>139</c:v>
                </c:pt>
                <c:pt idx="880">
                  <c:v>174</c:v>
                </c:pt>
                <c:pt idx="881">
                  <c:v>106</c:v>
                </c:pt>
                <c:pt idx="882">
                  <c:v>86</c:v>
                </c:pt>
                <c:pt idx="883">
                  <c:v>34</c:v>
                </c:pt>
                <c:pt idx="884">
                  <c:v>176</c:v>
                </c:pt>
                <c:pt idx="885">
                  <c:v>62</c:v>
                </c:pt>
                <c:pt idx="886">
                  <c:v>64</c:v>
                </c:pt>
                <c:pt idx="887">
                  <c:v>85</c:v>
                </c:pt>
                <c:pt idx="888">
                  <c:v>134</c:v>
                </c:pt>
                <c:pt idx="889">
                  <c:v>168</c:v>
                </c:pt>
                <c:pt idx="890">
                  <c:v>107</c:v>
                </c:pt>
                <c:pt idx="891">
                  <c:v>80</c:v>
                </c:pt>
                <c:pt idx="892">
                  <c:v>134</c:v>
                </c:pt>
                <c:pt idx="893">
                  <c:v>83</c:v>
                </c:pt>
                <c:pt idx="894">
                  <c:v>47</c:v>
                </c:pt>
                <c:pt idx="895">
                  <c:v>156</c:v>
                </c:pt>
                <c:pt idx="896">
                  <c:v>116</c:v>
                </c:pt>
                <c:pt idx="897">
                  <c:v>145</c:v>
                </c:pt>
                <c:pt idx="898">
                  <c:v>154</c:v>
                </c:pt>
                <c:pt idx="899">
                  <c:v>129</c:v>
                </c:pt>
                <c:pt idx="900">
                  <c:v>168</c:v>
                </c:pt>
                <c:pt idx="901">
                  <c:v>126</c:v>
                </c:pt>
                <c:pt idx="902">
                  <c:v>89</c:v>
                </c:pt>
                <c:pt idx="903">
                  <c:v>176</c:v>
                </c:pt>
                <c:pt idx="904">
                  <c:v>134</c:v>
                </c:pt>
                <c:pt idx="905">
                  <c:v>99</c:v>
                </c:pt>
                <c:pt idx="906">
                  <c:v>157</c:v>
                </c:pt>
                <c:pt idx="907">
                  <c:v>157</c:v>
                </c:pt>
                <c:pt idx="908">
                  <c:v>58</c:v>
                </c:pt>
                <c:pt idx="909">
                  <c:v>175</c:v>
                </c:pt>
                <c:pt idx="910">
                  <c:v>134</c:v>
                </c:pt>
                <c:pt idx="911">
                  <c:v>165</c:v>
                </c:pt>
                <c:pt idx="912">
                  <c:v>88</c:v>
                </c:pt>
                <c:pt idx="913">
                  <c:v>141</c:v>
                </c:pt>
                <c:pt idx="914">
                  <c:v>165</c:v>
                </c:pt>
                <c:pt idx="915">
                  <c:v>143</c:v>
                </c:pt>
                <c:pt idx="916">
                  <c:v>166</c:v>
                </c:pt>
                <c:pt idx="917">
                  <c:v>35</c:v>
                </c:pt>
                <c:pt idx="918">
                  <c:v>176</c:v>
                </c:pt>
                <c:pt idx="919">
                  <c:v>166</c:v>
                </c:pt>
                <c:pt idx="920">
                  <c:v>131</c:v>
                </c:pt>
                <c:pt idx="921">
                  <c:v>171</c:v>
                </c:pt>
                <c:pt idx="922">
                  <c:v>56</c:v>
                </c:pt>
                <c:pt idx="923">
                  <c:v>60</c:v>
                </c:pt>
                <c:pt idx="924">
                  <c:v>117</c:v>
                </c:pt>
                <c:pt idx="925">
                  <c:v>32</c:v>
                </c:pt>
                <c:pt idx="926">
                  <c:v>113</c:v>
                </c:pt>
                <c:pt idx="927">
                  <c:v>53</c:v>
                </c:pt>
                <c:pt idx="928">
                  <c:v>73</c:v>
                </c:pt>
                <c:pt idx="929">
                  <c:v>53</c:v>
                </c:pt>
                <c:pt idx="930">
                  <c:v>106</c:v>
                </c:pt>
                <c:pt idx="931">
                  <c:v>163</c:v>
                </c:pt>
                <c:pt idx="932">
                  <c:v>110</c:v>
                </c:pt>
                <c:pt idx="933">
                  <c:v>127</c:v>
                </c:pt>
                <c:pt idx="934">
                  <c:v>117</c:v>
                </c:pt>
                <c:pt idx="935">
                  <c:v>134</c:v>
                </c:pt>
                <c:pt idx="936">
                  <c:v>162</c:v>
                </c:pt>
                <c:pt idx="937">
                  <c:v>165</c:v>
                </c:pt>
                <c:pt idx="938">
                  <c:v>167</c:v>
                </c:pt>
                <c:pt idx="939">
                  <c:v>124</c:v>
                </c:pt>
                <c:pt idx="940">
                  <c:v>61</c:v>
                </c:pt>
                <c:pt idx="941">
                  <c:v>113</c:v>
                </c:pt>
                <c:pt idx="942">
                  <c:v>142</c:v>
                </c:pt>
                <c:pt idx="943">
                  <c:v>145</c:v>
                </c:pt>
                <c:pt idx="944">
                  <c:v>64</c:v>
                </c:pt>
                <c:pt idx="945">
                  <c:v>95</c:v>
                </c:pt>
                <c:pt idx="946">
                  <c:v>78</c:v>
                </c:pt>
                <c:pt idx="947">
                  <c:v>88</c:v>
                </c:pt>
                <c:pt idx="948">
                  <c:v>160</c:v>
                </c:pt>
                <c:pt idx="949">
                  <c:v>57</c:v>
                </c:pt>
                <c:pt idx="950">
                  <c:v>145</c:v>
                </c:pt>
                <c:pt idx="951">
                  <c:v>97</c:v>
                </c:pt>
                <c:pt idx="952">
                  <c:v>99</c:v>
                </c:pt>
                <c:pt idx="953">
                  <c:v>180</c:v>
                </c:pt>
                <c:pt idx="954">
                  <c:v>84</c:v>
                </c:pt>
                <c:pt idx="955">
                  <c:v>73</c:v>
                </c:pt>
                <c:pt idx="956">
                  <c:v>151</c:v>
                </c:pt>
                <c:pt idx="957">
                  <c:v>71</c:v>
                </c:pt>
                <c:pt idx="958">
                  <c:v>156</c:v>
                </c:pt>
                <c:pt idx="959">
                  <c:v>33</c:v>
                </c:pt>
                <c:pt idx="960">
                  <c:v>76</c:v>
                </c:pt>
                <c:pt idx="961">
                  <c:v>57</c:v>
                </c:pt>
                <c:pt idx="962">
                  <c:v>45</c:v>
                </c:pt>
                <c:pt idx="963">
                  <c:v>41</c:v>
                </c:pt>
                <c:pt idx="964">
                  <c:v>87</c:v>
                </c:pt>
                <c:pt idx="965">
                  <c:v>85</c:v>
                </c:pt>
                <c:pt idx="966">
                  <c:v>30</c:v>
                </c:pt>
                <c:pt idx="967">
                  <c:v>96</c:v>
                </c:pt>
                <c:pt idx="968">
                  <c:v>53</c:v>
                </c:pt>
                <c:pt idx="969">
                  <c:v>101</c:v>
                </c:pt>
                <c:pt idx="970">
                  <c:v>65</c:v>
                </c:pt>
                <c:pt idx="971">
                  <c:v>165</c:v>
                </c:pt>
                <c:pt idx="972">
                  <c:v>54</c:v>
                </c:pt>
                <c:pt idx="973">
                  <c:v>74</c:v>
                </c:pt>
                <c:pt idx="974">
                  <c:v>47</c:v>
                </c:pt>
                <c:pt idx="975">
                  <c:v>66</c:v>
                </c:pt>
                <c:pt idx="976">
                  <c:v>119</c:v>
                </c:pt>
                <c:pt idx="977">
                  <c:v>63</c:v>
                </c:pt>
                <c:pt idx="978">
                  <c:v>160</c:v>
                </c:pt>
                <c:pt idx="979">
                  <c:v>94</c:v>
                </c:pt>
                <c:pt idx="980">
                  <c:v>170</c:v>
                </c:pt>
                <c:pt idx="981">
                  <c:v>55</c:v>
                </c:pt>
                <c:pt idx="982">
                  <c:v>66</c:v>
                </c:pt>
                <c:pt idx="983">
                  <c:v>91</c:v>
                </c:pt>
                <c:pt idx="984">
                  <c:v>164</c:v>
                </c:pt>
                <c:pt idx="985">
                  <c:v>150</c:v>
                </c:pt>
                <c:pt idx="986">
                  <c:v>180</c:v>
                </c:pt>
                <c:pt idx="987">
                  <c:v>123</c:v>
                </c:pt>
                <c:pt idx="988">
                  <c:v>171</c:v>
                </c:pt>
                <c:pt idx="989">
                  <c:v>134</c:v>
                </c:pt>
                <c:pt idx="990">
                  <c:v>167</c:v>
                </c:pt>
                <c:pt idx="991">
                  <c:v>55</c:v>
                </c:pt>
                <c:pt idx="992">
                  <c:v>30</c:v>
                </c:pt>
                <c:pt idx="993">
                  <c:v>156</c:v>
                </c:pt>
                <c:pt idx="994">
                  <c:v>34</c:v>
                </c:pt>
                <c:pt idx="995">
                  <c:v>122</c:v>
                </c:pt>
                <c:pt idx="996">
                  <c:v>158</c:v>
                </c:pt>
                <c:pt idx="997">
                  <c:v>94</c:v>
                </c:pt>
                <c:pt idx="998">
                  <c:v>159</c:v>
                </c:pt>
                <c:pt idx="999">
                  <c:v>164</c:v>
                </c:pt>
              </c:numCache>
            </c:numRef>
          </c:xVal>
          <c:yVal>
            <c:numRef>
              <c:f>Clean_Data!$AD$2:$AD$1001</c:f>
              <c:numCache>
                <c:formatCode>General</c:formatCode>
                <c:ptCount val="1000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3</c:v>
                </c:pt>
                <c:pt idx="10">
                  <c:v>3</c:v>
                </c:pt>
                <c:pt idx="11">
                  <c:v>4</c:v>
                </c:pt>
                <c:pt idx="12">
                  <c:v>2</c:v>
                </c:pt>
                <c:pt idx="13">
                  <c:v>0</c:v>
                </c:pt>
                <c:pt idx="14">
                  <c:v>2</c:v>
                </c:pt>
                <c:pt idx="15">
                  <c:v>1</c:v>
                </c:pt>
                <c:pt idx="16">
                  <c:v>0</c:v>
                </c:pt>
                <c:pt idx="17">
                  <c:v>3</c:v>
                </c:pt>
                <c:pt idx="18">
                  <c:v>2</c:v>
                </c:pt>
                <c:pt idx="19">
                  <c:v>3</c:v>
                </c:pt>
                <c:pt idx="20">
                  <c:v>4</c:v>
                </c:pt>
                <c:pt idx="21">
                  <c:v>3</c:v>
                </c:pt>
                <c:pt idx="22">
                  <c:v>2</c:v>
                </c:pt>
                <c:pt idx="23">
                  <c:v>2</c:v>
                </c:pt>
                <c:pt idx="24">
                  <c:v>4</c:v>
                </c:pt>
                <c:pt idx="25">
                  <c:v>4</c:v>
                </c:pt>
                <c:pt idx="26">
                  <c:v>3</c:v>
                </c:pt>
                <c:pt idx="27">
                  <c:v>3</c:v>
                </c:pt>
                <c:pt idx="28">
                  <c:v>2</c:v>
                </c:pt>
                <c:pt idx="29">
                  <c:v>3</c:v>
                </c:pt>
                <c:pt idx="30">
                  <c:v>4</c:v>
                </c:pt>
                <c:pt idx="31">
                  <c:v>0</c:v>
                </c:pt>
                <c:pt idx="32">
                  <c:v>2</c:v>
                </c:pt>
                <c:pt idx="33">
                  <c:v>4</c:v>
                </c:pt>
                <c:pt idx="34">
                  <c:v>0</c:v>
                </c:pt>
                <c:pt idx="35">
                  <c:v>2</c:v>
                </c:pt>
                <c:pt idx="36">
                  <c:v>0</c:v>
                </c:pt>
                <c:pt idx="37">
                  <c:v>2</c:v>
                </c:pt>
                <c:pt idx="38">
                  <c:v>2</c:v>
                </c:pt>
                <c:pt idx="39">
                  <c:v>4</c:v>
                </c:pt>
                <c:pt idx="40">
                  <c:v>2</c:v>
                </c:pt>
                <c:pt idx="41">
                  <c:v>1</c:v>
                </c:pt>
                <c:pt idx="42">
                  <c:v>0</c:v>
                </c:pt>
                <c:pt idx="43">
                  <c:v>1</c:v>
                </c:pt>
                <c:pt idx="44">
                  <c:v>4</c:v>
                </c:pt>
                <c:pt idx="45">
                  <c:v>1</c:v>
                </c:pt>
                <c:pt idx="46">
                  <c:v>1</c:v>
                </c:pt>
                <c:pt idx="47">
                  <c:v>3</c:v>
                </c:pt>
                <c:pt idx="48">
                  <c:v>0</c:v>
                </c:pt>
                <c:pt idx="49">
                  <c:v>4</c:v>
                </c:pt>
                <c:pt idx="50">
                  <c:v>2</c:v>
                </c:pt>
                <c:pt idx="51">
                  <c:v>0</c:v>
                </c:pt>
                <c:pt idx="52">
                  <c:v>3</c:v>
                </c:pt>
                <c:pt idx="53">
                  <c:v>0</c:v>
                </c:pt>
                <c:pt idx="54">
                  <c:v>4</c:v>
                </c:pt>
                <c:pt idx="55">
                  <c:v>0</c:v>
                </c:pt>
                <c:pt idx="56">
                  <c:v>4</c:v>
                </c:pt>
                <c:pt idx="57">
                  <c:v>1</c:v>
                </c:pt>
                <c:pt idx="58">
                  <c:v>1</c:v>
                </c:pt>
                <c:pt idx="59">
                  <c:v>0</c:v>
                </c:pt>
                <c:pt idx="60">
                  <c:v>1</c:v>
                </c:pt>
                <c:pt idx="61">
                  <c:v>4</c:v>
                </c:pt>
                <c:pt idx="62">
                  <c:v>3</c:v>
                </c:pt>
                <c:pt idx="63">
                  <c:v>4</c:v>
                </c:pt>
                <c:pt idx="64">
                  <c:v>2</c:v>
                </c:pt>
                <c:pt idx="65">
                  <c:v>4</c:v>
                </c:pt>
                <c:pt idx="66">
                  <c:v>4</c:v>
                </c:pt>
                <c:pt idx="67">
                  <c:v>0</c:v>
                </c:pt>
                <c:pt idx="68">
                  <c:v>3</c:v>
                </c:pt>
                <c:pt idx="69">
                  <c:v>1</c:v>
                </c:pt>
                <c:pt idx="70">
                  <c:v>2</c:v>
                </c:pt>
                <c:pt idx="71">
                  <c:v>3</c:v>
                </c:pt>
                <c:pt idx="72">
                  <c:v>1</c:v>
                </c:pt>
                <c:pt idx="73">
                  <c:v>3</c:v>
                </c:pt>
                <c:pt idx="74">
                  <c:v>4</c:v>
                </c:pt>
                <c:pt idx="75">
                  <c:v>4</c:v>
                </c:pt>
                <c:pt idx="76">
                  <c:v>0</c:v>
                </c:pt>
                <c:pt idx="77">
                  <c:v>2</c:v>
                </c:pt>
                <c:pt idx="78">
                  <c:v>0</c:v>
                </c:pt>
                <c:pt idx="79">
                  <c:v>2</c:v>
                </c:pt>
                <c:pt idx="80">
                  <c:v>3</c:v>
                </c:pt>
                <c:pt idx="81">
                  <c:v>2</c:v>
                </c:pt>
                <c:pt idx="82">
                  <c:v>2</c:v>
                </c:pt>
                <c:pt idx="83">
                  <c:v>3</c:v>
                </c:pt>
                <c:pt idx="84">
                  <c:v>4</c:v>
                </c:pt>
                <c:pt idx="85">
                  <c:v>4</c:v>
                </c:pt>
                <c:pt idx="86">
                  <c:v>0</c:v>
                </c:pt>
                <c:pt idx="87">
                  <c:v>3</c:v>
                </c:pt>
                <c:pt idx="88">
                  <c:v>1</c:v>
                </c:pt>
                <c:pt idx="89">
                  <c:v>3</c:v>
                </c:pt>
                <c:pt idx="90">
                  <c:v>3</c:v>
                </c:pt>
                <c:pt idx="91">
                  <c:v>4</c:v>
                </c:pt>
                <c:pt idx="92">
                  <c:v>2</c:v>
                </c:pt>
                <c:pt idx="93">
                  <c:v>2</c:v>
                </c:pt>
                <c:pt idx="94">
                  <c:v>1</c:v>
                </c:pt>
                <c:pt idx="95">
                  <c:v>2</c:v>
                </c:pt>
                <c:pt idx="96">
                  <c:v>1</c:v>
                </c:pt>
                <c:pt idx="97">
                  <c:v>2</c:v>
                </c:pt>
                <c:pt idx="98">
                  <c:v>1</c:v>
                </c:pt>
                <c:pt idx="99">
                  <c:v>4</c:v>
                </c:pt>
                <c:pt idx="100">
                  <c:v>0</c:v>
                </c:pt>
                <c:pt idx="101">
                  <c:v>1</c:v>
                </c:pt>
                <c:pt idx="102">
                  <c:v>0</c:v>
                </c:pt>
                <c:pt idx="103">
                  <c:v>3</c:v>
                </c:pt>
                <c:pt idx="104">
                  <c:v>3</c:v>
                </c:pt>
                <c:pt idx="105">
                  <c:v>4</c:v>
                </c:pt>
                <c:pt idx="106">
                  <c:v>1</c:v>
                </c:pt>
                <c:pt idx="107">
                  <c:v>4</c:v>
                </c:pt>
                <c:pt idx="108">
                  <c:v>3</c:v>
                </c:pt>
                <c:pt idx="109">
                  <c:v>0</c:v>
                </c:pt>
                <c:pt idx="110">
                  <c:v>1</c:v>
                </c:pt>
                <c:pt idx="111">
                  <c:v>4</c:v>
                </c:pt>
                <c:pt idx="112">
                  <c:v>2</c:v>
                </c:pt>
                <c:pt idx="113">
                  <c:v>1</c:v>
                </c:pt>
                <c:pt idx="114">
                  <c:v>0</c:v>
                </c:pt>
                <c:pt idx="115">
                  <c:v>4</c:v>
                </c:pt>
                <c:pt idx="116">
                  <c:v>2</c:v>
                </c:pt>
                <c:pt idx="117">
                  <c:v>2</c:v>
                </c:pt>
                <c:pt idx="118">
                  <c:v>0</c:v>
                </c:pt>
                <c:pt idx="119">
                  <c:v>2</c:v>
                </c:pt>
                <c:pt idx="120">
                  <c:v>3</c:v>
                </c:pt>
                <c:pt idx="121">
                  <c:v>4</c:v>
                </c:pt>
                <c:pt idx="122">
                  <c:v>3</c:v>
                </c:pt>
                <c:pt idx="123">
                  <c:v>0</c:v>
                </c:pt>
                <c:pt idx="124">
                  <c:v>3</c:v>
                </c:pt>
                <c:pt idx="125">
                  <c:v>3</c:v>
                </c:pt>
                <c:pt idx="126">
                  <c:v>0</c:v>
                </c:pt>
                <c:pt idx="127">
                  <c:v>3</c:v>
                </c:pt>
                <c:pt idx="128">
                  <c:v>1</c:v>
                </c:pt>
                <c:pt idx="129">
                  <c:v>2</c:v>
                </c:pt>
                <c:pt idx="130">
                  <c:v>2</c:v>
                </c:pt>
                <c:pt idx="131">
                  <c:v>4</c:v>
                </c:pt>
                <c:pt idx="132">
                  <c:v>1</c:v>
                </c:pt>
                <c:pt idx="133">
                  <c:v>2</c:v>
                </c:pt>
                <c:pt idx="134">
                  <c:v>2</c:v>
                </c:pt>
                <c:pt idx="135">
                  <c:v>3</c:v>
                </c:pt>
                <c:pt idx="136">
                  <c:v>2</c:v>
                </c:pt>
                <c:pt idx="137">
                  <c:v>1</c:v>
                </c:pt>
                <c:pt idx="138">
                  <c:v>3</c:v>
                </c:pt>
                <c:pt idx="139">
                  <c:v>3</c:v>
                </c:pt>
                <c:pt idx="140">
                  <c:v>3</c:v>
                </c:pt>
                <c:pt idx="141">
                  <c:v>2</c:v>
                </c:pt>
                <c:pt idx="142">
                  <c:v>0</c:v>
                </c:pt>
                <c:pt idx="143">
                  <c:v>1</c:v>
                </c:pt>
                <c:pt idx="144">
                  <c:v>1</c:v>
                </c:pt>
                <c:pt idx="145">
                  <c:v>0</c:v>
                </c:pt>
                <c:pt idx="146">
                  <c:v>2</c:v>
                </c:pt>
                <c:pt idx="147">
                  <c:v>2</c:v>
                </c:pt>
                <c:pt idx="148">
                  <c:v>4</c:v>
                </c:pt>
                <c:pt idx="149">
                  <c:v>2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3</c:v>
                </c:pt>
                <c:pt idx="155">
                  <c:v>2</c:v>
                </c:pt>
                <c:pt idx="156">
                  <c:v>2</c:v>
                </c:pt>
                <c:pt idx="157">
                  <c:v>0</c:v>
                </c:pt>
                <c:pt idx="158">
                  <c:v>1</c:v>
                </c:pt>
                <c:pt idx="159">
                  <c:v>4</c:v>
                </c:pt>
                <c:pt idx="160">
                  <c:v>0</c:v>
                </c:pt>
                <c:pt idx="161">
                  <c:v>2</c:v>
                </c:pt>
                <c:pt idx="162">
                  <c:v>4</c:v>
                </c:pt>
                <c:pt idx="163">
                  <c:v>4</c:v>
                </c:pt>
                <c:pt idx="164">
                  <c:v>1</c:v>
                </c:pt>
                <c:pt idx="165">
                  <c:v>1</c:v>
                </c:pt>
                <c:pt idx="166">
                  <c:v>4</c:v>
                </c:pt>
                <c:pt idx="167">
                  <c:v>0</c:v>
                </c:pt>
                <c:pt idx="168">
                  <c:v>4</c:v>
                </c:pt>
                <c:pt idx="169">
                  <c:v>3</c:v>
                </c:pt>
                <c:pt idx="170">
                  <c:v>1</c:v>
                </c:pt>
                <c:pt idx="171">
                  <c:v>1</c:v>
                </c:pt>
                <c:pt idx="172">
                  <c:v>0</c:v>
                </c:pt>
                <c:pt idx="173">
                  <c:v>4</c:v>
                </c:pt>
                <c:pt idx="174">
                  <c:v>4</c:v>
                </c:pt>
                <c:pt idx="175">
                  <c:v>1</c:v>
                </c:pt>
                <c:pt idx="176">
                  <c:v>0</c:v>
                </c:pt>
                <c:pt idx="177">
                  <c:v>3</c:v>
                </c:pt>
                <c:pt idx="178">
                  <c:v>1</c:v>
                </c:pt>
                <c:pt idx="179">
                  <c:v>0</c:v>
                </c:pt>
                <c:pt idx="180">
                  <c:v>4</c:v>
                </c:pt>
                <c:pt idx="181">
                  <c:v>3</c:v>
                </c:pt>
                <c:pt idx="182">
                  <c:v>4</c:v>
                </c:pt>
                <c:pt idx="183">
                  <c:v>3</c:v>
                </c:pt>
                <c:pt idx="184">
                  <c:v>3</c:v>
                </c:pt>
                <c:pt idx="185">
                  <c:v>4</c:v>
                </c:pt>
                <c:pt idx="186">
                  <c:v>0</c:v>
                </c:pt>
                <c:pt idx="187">
                  <c:v>3</c:v>
                </c:pt>
                <c:pt idx="188">
                  <c:v>3</c:v>
                </c:pt>
                <c:pt idx="189">
                  <c:v>0</c:v>
                </c:pt>
                <c:pt idx="190">
                  <c:v>1</c:v>
                </c:pt>
                <c:pt idx="191">
                  <c:v>1</c:v>
                </c:pt>
                <c:pt idx="192">
                  <c:v>3</c:v>
                </c:pt>
                <c:pt idx="193">
                  <c:v>2</c:v>
                </c:pt>
                <c:pt idx="194">
                  <c:v>1</c:v>
                </c:pt>
                <c:pt idx="195">
                  <c:v>1</c:v>
                </c:pt>
                <c:pt idx="196">
                  <c:v>4</c:v>
                </c:pt>
                <c:pt idx="197">
                  <c:v>3</c:v>
                </c:pt>
                <c:pt idx="198">
                  <c:v>2</c:v>
                </c:pt>
                <c:pt idx="199">
                  <c:v>4</c:v>
                </c:pt>
                <c:pt idx="200">
                  <c:v>4</c:v>
                </c:pt>
                <c:pt idx="201">
                  <c:v>3</c:v>
                </c:pt>
                <c:pt idx="202">
                  <c:v>0</c:v>
                </c:pt>
                <c:pt idx="203">
                  <c:v>2</c:v>
                </c:pt>
                <c:pt idx="204">
                  <c:v>3</c:v>
                </c:pt>
                <c:pt idx="205">
                  <c:v>1</c:v>
                </c:pt>
                <c:pt idx="206">
                  <c:v>1</c:v>
                </c:pt>
                <c:pt idx="207">
                  <c:v>2</c:v>
                </c:pt>
                <c:pt idx="208">
                  <c:v>1</c:v>
                </c:pt>
                <c:pt idx="209">
                  <c:v>2</c:v>
                </c:pt>
                <c:pt idx="210">
                  <c:v>2</c:v>
                </c:pt>
                <c:pt idx="211">
                  <c:v>3</c:v>
                </c:pt>
                <c:pt idx="212">
                  <c:v>1</c:v>
                </c:pt>
                <c:pt idx="213">
                  <c:v>2</c:v>
                </c:pt>
                <c:pt idx="214">
                  <c:v>1</c:v>
                </c:pt>
                <c:pt idx="215">
                  <c:v>4</c:v>
                </c:pt>
                <c:pt idx="216">
                  <c:v>3</c:v>
                </c:pt>
                <c:pt idx="217">
                  <c:v>2</c:v>
                </c:pt>
                <c:pt idx="218">
                  <c:v>4</c:v>
                </c:pt>
                <c:pt idx="219">
                  <c:v>0</c:v>
                </c:pt>
                <c:pt idx="220">
                  <c:v>0</c:v>
                </c:pt>
                <c:pt idx="221">
                  <c:v>2</c:v>
                </c:pt>
                <c:pt idx="222">
                  <c:v>4</c:v>
                </c:pt>
                <c:pt idx="223">
                  <c:v>1</c:v>
                </c:pt>
                <c:pt idx="224">
                  <c:v>3</c:v>
                </c:pt>
                <c:pt idx="225">
                  <c:v>3</c:v>
                </c:pt>
                <c:pt idx="226">
                  <c:v>0</c:v>
                </c:pt>
                <c:pt idx="227">
                  <c:v>1</c:v>
                </c:pt>
                <c:pt idx="228">
                  <c:v>4</c:v>
                </c:pt>
                <c:pt idx="229">
                  <c:v>0</c:v>
                </c:pt>
                <c:pt idx="230">
                  <c:v>2</c:v>
                </c:pt>
                <c:pt idx="231">
                  <c:v>4</c:v>
                </c:pt>
                <c:pt idx="232">
                  <c:v>1</c:v>
                </c:pt>
                <c:pt idx="233">
                  <c:v>1</c:v>
                </c:pt>
                <c:pt idx="234">
                  <c:v>2</c:v>
                </c:pt>
                <c:pt idx="235">
                  <c:v>1</c:v>
                </c:pt>
                <c:pt idx="236">
                  <c:v>3</c:v>
                </c:pt>
                <c:pt idx="237">
                  <c:v>3</c:v>
                </c:pt>
                <c:pt idx="238">
                  <c:v>0</c:v>
                </c:pt>
                <c:pt idx="239">
                  <c:v>3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2</c:v>
                </c:pt>
                <c:pt idx="247">
                  <c:v>4</c:v>
                </c:pt>
                <c:pt idx="248">
                  <c:v>3</c:v>
                </c:pt>
                <c:pt idx="249">
                  <c:v>4</c:v>
                </c:pt>
                <c:pt idx="250">
                  <c:v>0</c:v>
                </c:pt>
                <c:pt idx="251">
                  <c:v>4</c:v>
                </c:pt>
                <c:pt idx="252">
                  <c:v>3</c:v>
                </c:pt>
                <c:pt idx="253">
                  <c:v>4</c:v>
                </c:pt>
                <c:pt idx="254">
                  <c:v>2</c:v>
                </c:pt>
                <c:pt idx="255">
                  <c:v>2</c:v>
                </c:pt>
                <c:pt idx="256">
                  <c:v>3</c:v>
                </c:pt>
                <c:pt idx="257">
                  <c:v>0</c:v>
                </c:pt>
                <c:pt idx="258">
                  <c:v>0</c:v>
                </c:pt>
                <c:pt idx="259">
                  <c:v>2</c:v>
                </c:pt>
                <c:pt idx="260">
                  <c:v>3</c:v>
                </c:pt>
                <c:pt idx="261">
                  <c:v>4</c:v>
                </c:pt>
                <c:pt idx="262">
                  <c:v>4</c:v>
                </c:pt>
                <c:pt idx="263">
                  <c:v>1</c:v>
                </c:pt>
                <c:pt idx="264">
                  <c:v>3</c:v>
                </c:pt>
                <c:pt idx="265">
                  <c:v>1</c:v>
                </c:pt>
                <c:pt idx="266">
                  <c:v>3</c:v>
                </c:pt>
                <c:pt idx="267">
                  <c:v>1</c:v>
                </c:pt>
                <c:pt idx="268">
                  <c:v>3</c:v>
                </c:pt>
                <c:pt idx="269">
                  <c:v>1</c:v>
                </c:pt>
                <c:pt idx="270">
                  <c:v>3</c:v>
                </c:pt>
                <c:pt idx="271">
                  <c:v>4</c:v>
                </c:pt>
                <c:pt idx="272">
                  <c:v>3</c:v>
                </c:pt>
                <c:pt idx="273">
                  <c:v>2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4</c:v>
                </c:pt>
                <c:pt idx="278">
                  <c:v>2</c:v>
                </c:pt>
                <c:pt idx="279">
                  <c:v>2</c:v>
                </c:pt>
                <c:pt idx="280">
                  <c:v>3</c:v>
                </c:pt>
                <c:pt idx="281">
                  <c:v>0</c:v>
                </c:pt>
                <c:pt idx="282">
                  <c:v>1</c:v>
                </c:pt>
                <c:pt idx="283">
                  <c:v>3</c:v>
                </c:pt>
                <c:pt idx="284">
                  <c:v>1</c:v>
                </c:pt>
                <c:pt idx="285">
                  <c:v>0</c:v>
                </c:pt>
                <c:pt idx="286">
                  <c:v>4</c:v>
                </c:pt>
                <c:pt idx="287">
                  <c:v>3</c:v>
                </c:pt>
                <c:pt idx="288">
                  <c:v>2</c:v>
                </c:pt>
                <c:pt idx="289">
                  <c:v>3</c:v>
                </c:pt>
                <c:pt idx="290">
                  <c:v>2</c:v>
                </c:pt>
                <c:pt idx="291">
                  <c:v>1</c:v>
                </c:pt>
                <c:pt idx="292">
                  <c:v>4</c:v>
                </c:pt>
                <c:pt idx="293">
                  <c:v>0</c:v>
                </c:pt>
                <c:pt idx="294">
                  <c:v>4</c:v>
                </c:pt>
                <c:pt idx="295">
                  <c:v>4</c:v>
                </c:pt>
                <c:pt idx="296">
                  <c:v>3</c:v>
                </c:pt>
                <c:pt idx="297">
                  <c:v>0</c:v>
                </c:pt>
                <c:pt idx="298">
                  <c:v>4</c:v>
                </c:pt>
                <c:pt idx="299">
                  <c:v>1</c:v>
                </c:pt>
                <c:pt idx="300">
                  <c:v>2</c:v>
                </c:pt>
                <c:pt idx="301">
                  <c:v>4</c:v>
                </c:pt>
                <c:pt idx="302">
                  <c:v>1</c:v>
                </c:pt>
                <c:pt idx="303">
                  <c:v>1</c:v>
                </c:pt>
                <c:pt idx="304">
                  <c:v>4</c:v>
                </c:pt>
                <c:pt idx="305">
                  <c:v>1</c:v>
                </c:pt>
                <c:pt idx="306">
                  <c:v>3</c:v>
                </c:pt>
                <c:pt idx="307">
                  <c:v>1</c:v>
                </c:pt>
                <c:pt idx="308">
                  <c:v>4</c:v>
                </c:pt>
                <c:pt idx="309">
                  <c:v>2</c:v>
                </c:pt>
                <c:pt idx="310">
                  <c:v>2</c:v>
                </c:pt>
                <c:pt idx="311">
                  <c:v>0</c:v>
                </c:pt>
                <c:pt idx="312">
                  <c:v>1</c:v>
                </c:pt>
                <c:pt idx="313">
                  <c:v>0</c:v>
                </c:pt>
                <c:pt idx="314">
                  <c:v>0</c:v>
                </c:pt>
                <c:pt idx="315">
                  <c:v>1</c:v>
                </c:pt>
                <c:pt idx="316">
                  <c:v>4</c:v>
                </c:pt>
                <c:pt idx="317">
                  <c:v>1</c:v>
                </c:pt>
                <c:pt idx="318">
                  <c:v>0</c:v>
                </c:pt>
                <c:pt idx="319">
                  <c:v>2</c:v>
                </c:pt>
                <c:pt idx="320">
                  <c:v>1</c:v>
                </c:pt>
                <c:pt idx="321">
                  <c:v>0</c:v>
                </c:pt>
                <c:pt idx="322">
                  <c:v>1</c:v>
                </c:pt>
                <c:pt idx="323">
                  <c:v>3</c:v>
                </c:pt>
                <c:pt idx="324">
                  <c:v>2</c:v>
                </c:pt>
                <c:pt idx="325">
                  <c:v>2</c:v>
                </c:pt>
                <c:pt idx="326">
                  <c:v>0</c:v>
                </c:pt>
                <c:pt idx="327">
                  <c:v>4</c:v>
                </c:pt>
                <c:pt idx="328">
                  <c:v>1</c:v>
                </c:pt>
                <c:pt idx="329">
                  <c:v>3</c:v>
                </c:pt>
                <c:pt idx="330">
                  <c:v>4</c:v>
                </c:pt>
                <c:pt idx="331">
                  <c:v>2</c:v>
                </c:pt>
                <c:pt idx="332">
                  <c:v>1</c:v>
                </c:pt>
                <c:pt idx="333">
                  <c:v>3</c:v>
                </c:pt>
                <c:pt idx="334">
                  <c:v>0</c:v>
                </c:pt>
                <c:pt idx="335">
                  <c:v>0</c:v>
                </c:pt>
                <c:pt idx="336">
                  <c:v>3</c:v>
                </c:pt>
                <c:pt idx="337">
                  <c:v>2</c:v>
                </c:pt>
                <c:pt idx="338">
                  <c:v>1</c:v>
                </c:pt>
                <c:pt idx="339">
                  <c:v>2</c:v>
                </c:pt>
                <c:pt idx="340">
                  <c:v>4</c:v>
                </c:pt>
                <c:pt idx="341">
                  <c:v>1</c:v>
                </c:pt>
                <c:pt idx="342">
                  <c:v>3</c:v>
                </c:pt>
                <c:pt idx="343">
                  <c:v>2</c:v>
                </c:pt>
                <c:pt idx="344">
                  <c:v>2</c:v>
                </c:pt>
                <c:pt idx="345">
                  <c:v>4</c:v>
                </c:pt>
                <c:pt idx="346">
                  <c:v>4</c:v>
                </c:pt>
                <c:pt idx="347">
                  <c:v>4</c:v>
                </c:pt>
                <c:pt idx="348">
                  <c:v>3</c:v>
                </c:pt>
                <c:pt idx="349">
                  <c:v>2</c:v>
                </c:pt>
                <c:pt idx="350">
                  <c:v>0</c:v>
                </c:pt>
                <c:pt idx="351">
                  <c:v>2</c:v>
                </c:pt>
                <c:pt idx="352">
                  <c:v>2</c:v>
                </c:pt>
                <c:pt idx="353">
                  <c:v>4</c:v>
                </c:pt>
                <c:pt idx="354">
                  <c:v>1</c:v>
                </c:pt>
                <c:pt idx="355">
                  <c:v>4</c:v>
                </c:pt>
                <c:pt idx="356">
                  <c:v>1</c:v>
                </c:pt>
                <c:pt idx="357">
                  <c:v>2</c:v>
                </c:pt>
                <c:pt idx="358">
                  <c:v>2</c:v>
                </c:pt>
                <c:pt idx="359">
                  <c:v>0</c:v>
                </c:pt>
                <c:pt idx="360">
                  <c:v>1</c:v>
                </c:pt>
                <c:pt idx="361">
                  <c:v>2</c:v>
                </c:pt>
                <c:pt idx="362">
                  <c:v>4</c:v>
                </c:pt>
                <c:pt idx="363">
                  <c:v>2</c:v>
                </c:pt>
                <c:pt idx="364">
                  <c:v>2</c:v>
                </c:pt>
                <c:pt idx="365">
                  <c:v>2</c:v>
                </c:pt>
                <c:pt idx="366">
                  <c:v>2</c:v>
                </c:pt>
                <c:pt idx="367">
                  <c:v>0</c:v>
                </c:pt>
                <c:pt idx="368">
                  <c:v>0</c:v>
                </c:pt>
                <c:pt idx="369">
                  <c:v>2</c:v>
                </c:pt>
                <c:pt idx="370">
                  <c:v>1</c:v>
                </c:pt>
                <c:pt idx="371">
                  <c:v>0</c:v>
                </c:pt>
                <c:pt idx="372">
                  <c:v>4</c:v>
                </c:pt>
                <c:pt idx="373">
                  <c:v>3</c:v>
                </c:pt>
                <c:pt idx="374">
                  <c:v>3</c:v>
                </c:pt>
                <c:pt idx="375">
                  <c:v>1</c:v>
                </c:pt>
                <c:pt idx="376">
                  <c:v>2</c:v>
                </c:pt>
                <c:pt idx="377">
                  <c:v>1</c:v>
                </c:pt>
                <c:pt idx="378">
                  <c:v>4</c:v>
                </c:pt>
                <c:pt idx="379">
                  <c:v>4</c:v>
                </c:pt>
                <c:pt idx="380">
                  <c:v>3</c:v>
                </c:pt>
                <c:pt idx="381">
                  <c:v>4</c:v>
                </c:pt>
                <c:pt idx="382">
                  <c:v>0</c:v>
                </c:pt>
                <c:pt idx="383">
                  <c:v>1</c:v>
                </c:pt>
                <c:pt idx="384">
                  <c:v>2</c:v>
                </c:pt>
                <c:pt idx="385">
                  <c:v>3</c:v>
                </c:pt>
                <c:pt idx="386">
                  <c:v>2</c:v>
                </c:pt>
                <c:pt idx="387">
                  <c:v>3</c:v>
                </c:pt>
                <c:pt idx="388">
                  <c:v>4</c:v>
                </c:pt>
                <c:pt idx="389">
                  <c:v>2</c:v>
                </c:pt>
                <c:pt idx="390">
                  <c:v>2</c:v>
                </c:pt>
                <c:pt idx="391">
                  <c:v>3</c:v>
                </c:pt>
                <c:pt idx="392">
                  <c:v>3</c:v>
                </c:pt>
                <c:pt idx="393">
                  <c:v>2</c:v>
                </c:pt>
                <c:pt idx="394">
                  <c:v>3</c:v>
                </c:pt>
                <c:pt idx="395">
                  <c:v>1</c:v>
                </c:pt>
                <c:pt idx="396">
                  <c:v>1</c:v>
                </c:pt>
                <c:pt idx="397">
                  <c:v>0</c:v>
                </c:pt>
                <c:pt idx="398">
                  <c:v>3</c:v>
                </c:pt>
                <c:pt idx="399">
                  <c:v>3</c:v>
                </c:pt>
                <c:pt idx="400">
                  <c:v>0</c:v>
                </c:pt>
                <c:pt idx="401">
                  <c:v>2</c:v>
                </c:pt>
                <c:pt idx="402">
                  <c:v>0</c:v>
                </c:pt>
                <c:pt idx="403">
                  <c:v>0</c:v>
                </c:pt>
                <c:pt idx="404">
                  <c:v>3</c:v>
                </c:pt>
                <c:pt idx="405">
                  <c:v>0</c:v>
                </c:pt>
                <c:pt idx="406">
                  <c:v>4</c:v>
                </c:pt>
                <c:pt idx="407">
                  <c:v>0</c:v>
                </c:pt>
                <c:pt idx="408">
                  <c:v>1</c:v>
                </c:pt>
                <c:pt idx="409">
                  <c:v>2</c:v>
                </c:pt>
                <c:pt idx="410">
                  <c:v>3</c:v>
                </c:pt>
                <c:pt idx="411">
                  <c:v>4</c:v>
                </c:pt>
                <c:pt idx="412">
                  <c:v>0</c:v>
                </c:pt>
                <c:pt idx="413">
                  <c:v>4</c:v>
                </c:pt>
                <c:pt idx="414">
                  <c:v>0</c:v>
                </c:pt>
                <c:pt idx="415">
                  <c:v>3</c:v>
                </c:pt>
                <c:pt idx="416">
                  <c:v>0</c:v>
                </c:pt>
                <c:pt idx="417">
                  <c:v>0</c:v>
                </c:pt>
                <c:pt idx="418">
                  <c:v>3</c:v>
                </c:pt>
                <c:pt idx="419">
                  <c:v>1</c:v>
                </c:pt>
                <c:pt idx="420">
                  <c:v>3</c:v>
                </c:pt>
                <c:pt idx="421">
                  <c:v>4</c:v>
                </c:pt>
                <c:pt idx="422">
                  <c:v>4</c:v>
                </c:pt>
                <c:pt idx="423">
                  <c:v>2</c:v>
                </c:pt>
                <c:pt idx="424">
                  <c:v>3</c:v>
                </c:pt>
                <c:pt idx="425">
                  <c:v>4</c:v>
                </c:pt>
                <c:pt idx="426">
                  <c:v>3</c:v>
                </c:pt>
                <c:pt idx="427">
                  <c:v>0</c:v>
                </c:pt>
                <c:pt idx="428">
                  <c:v>2</c:v>
                </c:pt>
                <c:pt idx="429">
                  <c:v>4</c:v>
                </c:pt>
                <c:pt idx="430">
                  <c:v>4</c:v>
                </c:pt>
                <c:pt idx="431">
                  <c:v>1</c:v>
                </c:pt>
                <c:pt idx="432">
                  <c:v>3</c:v>
                </c:pt>
                <c:pt idx="433">
                  <c:v>4</c:v>
                </c:pt>
                <c:pt idx="434">
                  <c:v>4</c:v>
                </c:pt>
                <c:pt idx="435">
                  <c:v>4</c:v>
                </c:pt>
                <c:pt idx="436">
                  <c:v>2</c:v>
                </c:pt>
                <c:pt idx="437">
                  <c:v>3</c:v>
                </c:pt>
                <c:pt idx="438">
                  <c:v>3</c:v>
                </c:pt>
                <c:pt idx="439">
                  <c:v>2</c:v>
                </c:pt>
                <c:pt idx="440">
                  <c:v>4</c:v>
                </c:pt>
                <c:pt idx="441">
                  <c:v>2</c:v>
                </c:pt>
                <c:pt idx="442">
                  <c:v>0</c:v>
                </c:pt>
                <c:pt idx="443">
                  <c:v>1</c:v>
                </c:pt>
                <c:pt idx="444">
                  <c:v>2</c:v>
                </c:pt>
                <c:pt idx="445">
                  <c:v>3</c:v>
                </c:pt>
                <c:pt idx="446">
                  <c:v>4</c:v>
                </c:pt>
                <c:pt idx="447">
                  <c:v>4</c:v>
                </c:pt>
                <c:pt idx="448">
                  <c:v>4</c:v>
                </c:pt>
                <c:pt idx="449">
                  <c:v>3</c:v>
                </c:pt>
                <c:pt idx="450">
                  <c:v>0</c:v>
                </c:pt>
                <c:pt idx="451">
                  <c:v>1</c:v>
                </c:pt>
                <c:pt idx="452">
                  <c:v>1</c:v>
                </c:pt>
                <c:pt idx="453">
                  <c:v>2</c:v>
                </c:pt>
                <c:pt idx="454">
                  <c:v>2</c:v>
                </c:pt>
                <c:pt idx="455">
                  <c:v>1</c:v>
                </c:pt>
                <c:pt idx="456">
                  <c:v>3</c:v>
                </c:pt>
                <c:pt idx="457">
                  <c:v>2</c:v>
                </c:pt>
                <c:pt idx="458">
                  <c:v>4</c:v>
                </c:pt>
                <c:pt idx="459">
                  <c:v>4</c:v>
                </c:pt>
                <c:pt idx="460">
                  <c:v>3</c:v>
                </c:pt>
                <c:pt idx="461">
                  <c:v>2</c:v>
                </c:pt>
                <c:pt idx="462">
                  <c:v>4</c:v>
                </c:pt>
                <c:pt idx="463">
                  <c:v>4</c:v>
                </c:pt>
                <c:pt idx="464">
                  <c:v>1</c:v>
                </c:pt>
                <c:pt idx="465">
                  <c:v>1</c:v>
                </c:pt>
                <c:pt idx="466">
                  <c:v>4</c:v>
                </c:pt>
                <c:pt idx="467">
                  <c:v>4</c:v>
                </c:pt>
                <c:pt idx="468">
                  <c:v>2</c:v>
                </c:pt>
                <c:pt idx="469">
                  <c:v>3</c:v>
                </c:pt>
                <c:pt idx="470">
                  <c:v>1</c:v>
                </c:pt>
                <c:pt idx="471">
                  <c:v>2</c:v>
                </c:pt>
                <c:pt idx="472">
                  <c:v>2</c:v>
                </c:pt>
                <c:pt idx="473">
                  <c:v>4</c:v>
                </c:pt>
                <c:pt idx="474">
                  <c:v>1</c:v>
                </c:pt>
                <c:pt idx="475">
                  <c:v>3</c:v>
                </c:pt>
                <c:pt idx="476">
                  <c:v>1</c:v>
                </c:pt>
                <c:pt idx="477">
                  <c:v>3</c:v>
                </c:pt>
                <c:pt idx="478">
                  <c:v>1</c:v>
                </c:pt>
                <c:pt idx="479">
                  <c:v>1</c:v>
                </c:pt>
                <c:pt idx="480">
                  <c:v>2</c:v>
                </c:pt>
                <c:pt idx="481">
                  <c:v>4</c:v>
                </c:pt>
                <c:pt idx="482">
                  <c:v>1</c:v>
                </c:pt>
                <c:pt idx="483">
                  <c:v>3</c:v>
                </c:pt>
                <c:pt idx="484">
                  <c:v>3</c:v>
                </c:pt>
                <c:pt idx="485">
                  <c:v>0</c:v>
                </c:pt>
                <c:pt idx="486">
                  <c:v>1</c:v>
                </c:pt>
                <c:pt idx="487">
                  <c:v>3</c:v>
                </c:pt>
                <c:pt idx="488">
                  <c:v>3</c:v>
                </c:pt>
                <c:pt idx="489">
                  <c:v>0</c:v>
                </c:pt>
                <c:pt idx="490">
                  <c:v>1</c:v>
                </c:pt>
                <c:pt idx="491">
                  <c:v>2</c:v>
                </c:pt>
                <c:pt idx="492">
                  <c:v>3</c:v>
                </c:pt>
                <c:pt idx="493">
                  <c:v>0</c:v>
                </c:pt>
                <c:pt idx="494">
                  <c:v>0</c:v>
                </c:pt>
                <c:pt idx="495">
                  <c:v>1</c:v>
                </c:pt>
                <c:pt idx="496">
                  <c:v>1</c:v>
                </c:pt>
                <c:pt idx="497">
                  <c:v>0</c:v>
                </c:pt>
                <c:pt idx="498">
                  <c:v>4</c:v>
                </c:pt>
                <c:pt idx="499">
                  <c:v>0</c:v>
                </c:pt>
                <c:pt idx="500">
                  <c:v>1</c:v>
                </c:pt>
                <c:pt idx="501">
                  <c:v>2</c:v>
                </c:pt>
                <c:pt idx="502">
                  <c:v>0</c:v>
                </c:pt>
                <c:pt idx="503">
                  <c:v>1</c:v>
                </c:pt>
                <c:pt idx="504">
                  <c:v>0</c:v>
                </c:pt>
                <c:pt idx="505">
                  <c:v>1</c:v>
                </c:pt>
                <c:pt idx="506">
                  <c:v>3</c:v>
                </c:pt>
                <c:pt idx="507">
                  <c:v>2</c:v>
                </c:pt>
                <c:pt idx="508">
                  <c:v>1</c:v>
                </c:pt>
                <c:pt idx="509">
                  <c:v>3</c:v>
                </c:pt>
                <c:pt idx="510">
                  <c:v>2</c:v>
                </c:pt>
                <c:pt idx="511">
                  <c:v>4</c:v>
                </c:pt>
                <c:pt idx="512">
                  <c:v>2</c:v>
                </c:pt>
                <c:pt idx="513">
                  <c:v>0</c:v>
                </c:pt>
                <c:pt idx="514">
                  <c:v>3</c:v>
                </c:pt>
                <c:pt idx="515">
                  <c:v>0</c:v>
                </c:pt>
                <c:pt idx="516">
                  <c:v>3</c:v>
                </c:pt>
                <c:pt idx="517">
                  <c:v>3</c:v>
                </c:pt>
                <c:pt idx="518">
                  <c:v>4</c:v>
                </c:pt>
                <c:pt idx="519">
                  <c:v>3</c:v>
                </c:pt>
                <c:pt idx="520">
                  <c:v>1</c:v>
                </c:pt>
                <c:pt idx="521">
                  <c:v>2</c:v>
                </c:pt>
                <c:pt idx="522">
                  <c:v>4</c:v>
                </c:pt>
                <c:pt idx="523">
                  <c:v>4</c:v>
                </c:pt>
                <c:pt idx="524">
                  <c:v>2</c:v>
                </c:pt>
                <c:pt idx="525">
                  <c:v>4</c:v>
                </c:pt>
                <c:pt idx="526">
                  <c:v>0</c:v>
                </c:pt>
                <c:pt idx="527">
                  <c:v>3</c:v>
                </c:pt>
                <c:pt idx="528">
                  <c:v>1</c:v>
                </c:pt>
                <c:pt idx="529">
                  <c:v>2</c:v>
                </c:pt>
                <c:pt idx="530">
                  <c:v>1</c:v>
                </c:pt>
                <c:pt idx="531">
                  <c:v>1</c:v>
                </c:pt>
                <c:pt idx="532">
                  <c:v>0</c:v>
                </c:pt>
                <c:pt idx="533">
                  <c:v>0</c:v>
                </c:pt>
                <c:pt idx="534">
                  <c:v>2</c:v>
                </c:pt>
                <c:pt idx="535">
                  <c:v>3</c:v>
                </c:pt>
                <c:pt idx="536">
                  <c:v>3</c:v>
                </c:pt>
                <c:pt idx="537">
                  <c:v>3</c:v>
                </c:pt>
                <c:pt idx="538">
                  <c:v>1</c:v>
                </c:pt>
                <c:pt idx="539">
                  <c:v>3</c:v>
                </c:pt>
                <c:pt idx="540">
                  <c:v>0</c:v>
                </c:pt>
                <c:pt idx="541">
                  <c:v>2</c:v>
                </c:pt>
                <c:pt idx="542">
                  <c:v>3</c:v>
                </c:pt>
                <c:pt idx="543">
                  <c:v>4</c:v>
                </c:pt>
                <c:pt idx="544">
                  <c:v>3</c:v>
                </c:pt>
                <c:pt idx="545">
                  <c:v>1</c:v>
                </c:pt>
                <c:pt idx="546">
                  <c:v>4</c:v>
                </c:pt>
                <c:pt idx="547">
                  <c:v>4</c:v>
                </c:pt>
                <c:pt idx="548">
                  <c:v>0</c:v>
                </c:pt>
                <c:pt idx="549">
                  <c:v>3</c:v>
                </c:pt>
                <c:pt idx="550">
                  <c:v>1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2</c:v>
                </c:pt>
                <c:pt idx="555">
                  <c:v>1</c:v>
                </c:pt>
                <c:pt idx="556">
                  <c:v>0</c:v>
                </c:pt>
                <c:pt idx="557">
                  <c:v>3</c:v>
                </c:pt>
                <c:pt idx="558">
                  <c:v>1</c:v>
                </c:pt>
                <c:pt idx="559">
                  <c:v>1</c:v>
                </c:pt>
                <c:pt idx="560">
                  <c:v>3</c:v>
                </c:pt>
                <c:pt idx="561">
                  <c:v>1</c:v>
                </c:pt>
                <c:pt idx="562">
                  <c:v>3</c:v>
                </c:pt>
                <c:pt idx="563">
                  <c:v>0</c:v>
                </c:pt>
                <c:pt idx="564">
                  <c:v>3</c:v>
                </c:pt>
                <c:pt idx="565">
                  <c:v>4</c:v>
                </c:pt>
                <c:pt idx="566">
                  <c:v>4</c:v>
                </c:pt>
                <c:pt idx="567">
                  <c:v>1</c:v>
                </c:pt>
                <c:pt idx="568">
                  <c:v>4</c:v>
                </c:pt>
                <c:pt idx="569">
                  <c:v>3</c:v>
                </c:pt>
                <c:pt idx="570">
                  <c:v>3</c:v>
                </c:pt>
                <c:pt idx="571">
                  <c:v>1</c:v>
                </c:pt>
                <c:pt idx="572">
                  <c:v>3</c:v>
                </c:pt>
                <c:pt idx="573">
                  <c:v>4</c:v>
                </c:pt>
                <c:pt idx="574">
                  <c:v>1</c:v>
                </c:pt>
                <c:pt idx="575">
                  <c:v>4</c:v>
                </c:pt>
                <c:pt idx="576">
                  <c:v>1</c:v>
                </c:pt>
                <c:pt idx="577">
                  <c:v>1</c:v>
                </c:pt>
                <c:pt idx="578">
                  <c:v>1</c:v>
                </c:pt>
                <c:pt idx="579">
                  <c:v>0</c:v>
                </c:pt>
                <c:pt idx="580">
                  <c:v>2</c:v>
                </c:pt>
                <c:pt idx="581">
                  <c:v>2</c:v>
                </c:pt>
                <c:pt idx="582">
                  <c:v>3</c:v>
                </c:pt>
                <c:pt idx="583">
                  <c:v>0</c:v>
                </c:pt>
                <c:pt idx="584">
                  <c:v>4</c:v>
                </c:pt>
                <c:pt idx="585">
                  <c:v>2</c:v>
                </c:pt>
                <c:pt idx="586">
                  <c:v>4</c:v>
                </c:pt>
                <c:pt idx="587">
                  <c:v>4</c:v>
                </c:pt>
                <c:pt idx="588">
                  <c:v>2</c:v>
                </c:pt>
                <c:pt idx="589">
                  <c:v>3</c:v>
                </c:pt>
                <c:pt idx="590">
                  <c:v>0</c:v>
                </c:pt>
                <c:pt idx="591">
                  <c:v>2</c:v>
                </c:pt>
                <c:pt idx="592">
                  <c:v>4</c:v>
                </c:pt>
                <c:pt idx="593">
                  <c:v>2</c:v>
                </c:pt>
                <c:pt idx="594">
                  <c:v>2</c:v>
                </c:pt>
                <c:pt idx="595">
                  <c:v>2</c:v>
                </c:pt>
                <c:pt idx="596">
                  <c:v>3</c:v>
                </c:pt>
                <c:pt idx="597">
                  <c:v>1</c:v>
                </c:pt>
                <c:pt idx="598">
                  <c:v>1</c:v>
                </c:pt>
                <c:pt idx="599">
                  <c:v>4</c:v>
                </c:pt>
                <c:pt idx="600">
                  <c:v>4</c:v>
                </c:pt>
                <c:pt idx="601">
                  <c:v>1</c:v>
                </c:pt>
                <c:pt idx="602">
                  <c:v>0</c:v>
                </c:pt>
                <c:pt idx="603">
                  <c:v>4</c:v>
                </c:pt>
                <c:pt idx="604">
                  <c:v>0</c:v>
                </c:pt>
                <c:pt idx="605">
                  <c:v>2</c:v>
                </c:pt>
                <c:pt idx="606">
                  <c:v>2</c:v>
                </c:pt>
                <c:pt idx="607">
                  <c:v>1</c:v>
                </c:pt>
                <c:pt idx="608">
                  <c:v>2</c:v>
                </c:pt>
                <c:pt idx="609">
                  <c:v>2</c:v>
                </c:pt>
                <c:pt idx="610">
                  <c:v>0</c:v>
                </c:pt>
                <c:pt idx="611">
                  <c:v>2</c:v>
                </c:pt>
                <c:pt idx="612">
                  <c:v>3</c:v>
                </c:pt>
                <c:pt idx="613">
                  <c:v>3</c:v>
                </c:pt>
                <c:pt idx="614">
                  <c:v>2</c:v>
                </c:pt>
                <c:pt idx="615">
                  <c:v>3</c:v>
                </c:pt>
                <c:pt idx="616">
                  <c:v>4</c:v>
                </c:pt>
                <c:pt idx="617">
                  <c:v>2</c:v>
                </c:pt>
                <c:pt idx="618">
                  <c:v>2</c:v>
                </c:pt>
                <c:pt idx="619">
                  <c:v>3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3</c:v>
                </c:pt>
                <c:pt idx="624">
                  <c:v>0</c:v>
                </c:pt>
                <c:pt idx="625">
                  <c:v>0</c:v>
                </c:pt>
                <c:pt idx="626">
                  <c:v>1</c:v>
                </c:pt>
                <c:pt idx="627">
                  <c:v>4</c:v>
                </c:pt>
                <c:pt idx="628">
                  <c:v>3</c:v>
                </c:pt>
                <c:pt idx="629">
                  <c:v>4</c:v>
                </c:pt>
                <c:pt idx="630">
                  <c:v>3</c:v>
                </c:pt>
                <c:pt idx="631">
                  <c:v>4</c:v>
                </c:pt>
                <c:pt idx="632">
                  <c:v>3</c:v>
                </c:pt>
                <c:pt idx="633">
                  <c:v>4</c:v>
                </c:pt>
                <c:pt idx="634">
                  <c:v>4</c:v>
                </c:pt>
                <c:pt idx="635">
                  <c:v>3</c:v>
                </c:pt>
                <c:pt idx="636">
                  <c:v>4</c:v>
                </c:pt>
                <c:pt idx="637">
                  <c:v>2</c:v>
                </c:pt>
                <c:pt idx="638">
                  <c:v>2</c:v>
                </c:pt>
                <c:pt idx="639">
                  <c:v>3</c:v>
                </c:pt>
                <c:pt idx="640">
                  <c:v>3</c:v>
                </c:pt>
                <c:pt idx="641">
                  <c:v>1</c:v>
                </c:pt>
                <c:pt idx="642">
                  <c:v>0</c:v>
                </c:pt>
                <c:pt idx="643">
                  <c:v>2</c:v>
                </c:pt>
                <c:pt idx="644">
                  <c:v>0</c:v>
                </c:pt>
                <c:pt idx="645">
                  <c:v>4</c:v>
                </c:pt>
                <c:pt idx="646">
                  <c:v>4</c:v>
                </c:pt>
                <c:pt idx="647">
                  <c:v>1</c:v>
                </c:pt>
                <c:pt idx="648">
                  <c:v>0</c:v>
                </c:pt>
                <c:pt idx="649">
                  <c:v>2</c:v>
                </c:pt>
                <c:pt idx="650">
                  <c:v>0</c:v>
                </c:pt>
                <c:pt idx="651">
                  <c:v>3</c:v>
                </c:pt>
                <c:pt idx="652">
                  <c:v>2</c:v>
                </c:pt>
                <c:pt idx="653">
                  <c:v>2</c:v>
                </c:pt>
                <c:pt idx="654">
                  <c:v>4</c:v>
                </c:pt>
                <c:pt idx="655">
                  <c:v>2</c:v>
                </c:pt>
                <c:pt idx="656">
                  <c:v>1</c:v>
                </c:pt>
                <c:pt idx="657">
                  <c:v>0</c:v>
                </c:pt>
                <c:pt idx="658">
                  <c:v>4</c:v>
                </c:pt>
                <c:pt idx="659">
                  <c:v>3</c:v>
                </c:pt>
                <c:pt idx="660">
                  <c:v>1</c:v>
                </c:pt>
                <c:pt idx="661">
                  <c:v>3</c:v>
                </c:pt>
                <c:pt idx="662">
                  <c:v>4</c:v>
                </c:pt>
                <c:pt idx="663">
                  <c:v>3</c:v>
                </c:pt>
                <c:pt idx="664">
                  <c:v>0</c:v>
                </c:pt>
                <c:pt idx="665">
                  <c:v>1</c:v>
                </c:pt>
                <c:pt idx="666">
                  <c:v>0</c:v>
                </c:pt>
                <c:pt idx="667">
                  <c:v>4</c:v>
                </c:pt>
                <c:pt idx="668">
                  <c:v>0</c:v>
                </c:pt>
                <c:pt idx="669">
                  <c:v>4</c:v>
                </c:pt>
                <c:pt idx="670">
                  <c:v>3</c:v>
                </c:pt>
                <c:pt idx="671">
                  <c:v>0</c:v>
                </c:pt>
                <c:pt idx="672">
                  <c:v>4</c:v>
                </c:pt>
                <c:pt idx="673">
                  <c:v>2</c:v>
                </c:pt>
                <c:pt idx="674">
                  <c:v>1</c:v>
                </c:pt>
                <c:pt idx="675">
                  <c:v>1</c:v>
                </c:pt>
                <c:pt idx="676">
                  <c:v>4</c:v>
                </c:pt>
                <c:pt idx="677">
                  <c:v>0</c:v>
                </c:pt>
                <c:pt idx="678">
                  <c:v>2</c:v>
                </c:pt>
                <c:pt idx="679">
                  <c:v>0</c:v>
                </c:pt>
                <c:pt idx="680">
                  <c:v>0</c:v>
                </c:pt>
                <c:pt idx="681">
                  <c:v>1</c:v>
                </c:pt>
                <c:pt idx="682">
                  <c:v>1</c:v>
                </c:pt>
                <c:pt idx="683">
                  <c:v>2</c:v>
                </c:pt>
                <c:pt idx="684">
                  <c:v>4</c:v>
                </c:pt>
                <c:pt idx="685">
                  <c:v>1</c:v>
                </c:pt>
                <c:pt idx="686">
                  <c:v>0</c:v>
                </c:pt>
                <c:pt idx="687">
                  <c:v>2</c:v>
                </c:pt>
                <c:pt idx="688">
                  <c:v>2</c:v>
                </c:pt>
                <c:pt idx="689">
                  <c:v>2</c:v>
                </c:pt>
                <c:pt idx="690">
                  <c:v>4</c:v>
                </c:pt>
                <c:pt idx="691">
                  <c:v>0</c:v>
                </c:pt>
                <c:pt idx="692">
                  <c:v>3</c:v>
                </c:pt>
                <c:pt idx="693">
                  <c:v>3</c:v>
                </c:pt>
                <c:pt idx="694">
                  <c:v>1</c:v>
                </c:pt>
                <c:pt idx="695">
                  <c:v>1</c:v>
                </c:pt>
                <c:pt idx="696">
                  <c:v>4</c:v>
                </c:pt>
                <c:pt idx="697">
                  <c:v>1</c:v>
                </c:pt>
                <c:pt idx="698">
                  <c:v>1</c:v>
                </c:pt>
                <c:pt idx="699">
                  <c:v>1</c:v>
                </c:pt>
                <c:pt idx="700">
                  <c:v>4</c:v>
                </c:pt>
                <c:pt idx="701">
                  <c:v>2</c:v>
                </c:pt>
                <c:pt idx="702">
                  <c:v>0</c:v>
                </c:pt>
                <c:pt idx="703">
                  <c:v>2</c:v>
                </c:pt>
                <c:pt idx="704">
                  <c:v>2</c:v>
                </c:pt>
                <c:pt idx="705">
                  <c:v>0</c:v>
                </c:pt>
                <c:pt idx="706">
                  <c:v>4</c:v>
                </c:pt>
                <c:pt idx="707">
                  <c:v>0</c:v>
                </c:pt>
                <c:pt idx="708">
                  <c:v>0</c:v>
                </c:pt>
                <c:pt idx="709">
                  <c:v>3</c:v>
                </c:pt>
                <c:pt idx="710">
                  <c:v>4</c:v>
                </c:pt>
                <c:pt idx="711">
                  <c:v>2</c:v>
                </c:pt>
                <c:pt idx="712">
                  <c:v>0</c:v>
                </c:pt>
                <c:pt idx="713">
                  <c:v>4</c:v>
                </c:pt>
                <c:pt idx="714">
                  <c:v>4</c:v>
                </c:pt>
                <c:pt idx="715">
                  <c:v>4</c:v>
                </c:pt>
                <c:pt idx="716">
                  <c:v>4</c:v>
                </c:pt>
                <c:pt idx="717">
                  <c:v>2</c:v>
                </c:pt>
                <c:pt idx="718">
                  <c:v>4</c:v>
                </c:pt>
                <c:pt idx="719">
                  <c:v>2</c:v>
                </c:pt>
                <c:pt idx="720">
                  <c:v>2</c:v>
                </c:pt>
                <c:pt idx="721">
                  <c:v>4</c:v>
                </c:pt>
                <c:pt idx="722">
                  <c:v>3</c:v>
                </c:pt>
                <c:pt idx="723">
                  <c:v>3</c:v>
                </c:pt>
                <c:pt idx="724">
                  <c:v>4</c:v>
                </c:pt>
                <c:pt idx="725">
                  <c:v>2</c:v>
                </c:pt>
                <c:pt idx="726">
                  <c:v>1</c:v>
                </c:pt>
                <c:pt idx="727">
                  <c:v>1</c:v>
                </c:pt>
                <c:pt idx="728">
                  <c:v>2</c:v>
                </c:pt>
                <c:pt idx="729">
                  <c:v>0</c:v>
                </c:pt>
                <c:pt idx="730">
                  <c:v>3</c:v>
                </c:pt>
                <c:pt idx="731">
                  <c:v>4</c:v>
                </c:pt>
                <c:pt idx="732">
                  <c:v>1</c:v>
                </c:pt>
                <c:pt idx="733">
                  <c:v>1</c:v>
                </c:pt>
                <c:pt idx="734">
                  <c:v>3</c:v>
                </c:pt>
                <c:pt idx="735">
                  <c:v>1</c:v>
                </c:pt>
                <c:pt idx="736">
                  <c:v>1</c:v>
                </c:pt>
                <c:pt idx="737">
                  <c:v>2</c:v>
                </c:pt>
                <c:pt idx="738">
                  <c:v>2</c:v>
                </c:pt>
                <c:pt idx="739">
                  <c:v>1</c:v>
                </c:pt>
                <c:pt idx="740">
                  <c:v>4</c:v>
                </c:pt>
                <c:pt idx="741">
                  <c:v>1</c:v>
                </c:pt>
                <c:pt idx="742">
                  <c:v>1</c:v>
                </c:pt>
                <c:pt idx="743">
                  <c:v>1</c:v>
                </c:pt>
                <c:pt idx="744">
                  <c:v>1</c:v>
                </c:pt>
                <c:pt idx="745">
                  <c:v>1</c:v>
                </c:pt>
                <c:pt idx="746">
                  <c:v>0</c:v>
                </c:pt>
                <c:pt idx="747">
                  <c:v>3</c:v>
                </c:pt>
                <c:pt idx="748">
                  <c:v>1</c:v>
                </c:pt>
                <c:pt idx="749">
                  <c:v>1</c:v>
                </c:pt>
                <c:pt idx="750">
                  <c:v>3</c:v>
                </c:pt>
                <c:pt idx="751">
                  <c:v>4</c:v>
                </c:pt>
                <c:pt idx="752">
                  <c:v>2</c:v>
                </c:pt>
                <c:pt idx="753">
                  <c:v>3</c:v>
                </c:pt>
                <c:pt idx="754">
                  <c:v>2</c:v>
                </c:pt>
                <c:pt idx="755">
                  <c:v>0</c:v>
                </c:pt>
                <c:pt idx="756">
                  <c:v>3</c:v>
                </c:pt>
                <c:pt idx="757">
                  <c:v>4</c:v>
                </c:pt>
                <c:pt idx="758">
                  <c:v>2</c:v>
                </c:pt>
                <c:pt idx="759">
                  <c:v>3</c:v>
                </c:pt>
                <c:pt idx="760">
                  <c:v>2</c:v>
                </c:pt>
                <c:pt idx="761">
                  <c:v>1</c:v>
                </c:pt>
                <c:pt idx="762">
                  <c:v>3</c:v>
                </c:pt>
                <c:pt idx="763">
                  <c:v>3</c:v>
                </c:pt>
                <c:pt idx="764">
                  <c:v>4</c:v>
                </c:pt>
                <c:pt idx="765">
                  <c:v>0</c:v>
                </c:pt>
                <c:pt idx="766">
                  <c:v>1</c:v>
                </c:pt>
                <c:pt idx="767">
                  <c:v>1</c:v>
                </c:pt>
                <c:pt idx="768">
                  <c:v>3</c:v>
                </c:pt>
                <c:pt idx="769">
                  <c:v>1</c:v>
                </c:pt>
                <c:pt idx="770">
                  <c:v>4</c:v>
                </c:pt>
                <c:pt idx="771">
                  <c:v>4</c:v>
                </c:pt>
                <c:pt idx="772">
                  <c:v>3</c:v>
                </c:pt>
                <c:pt idx="773">
                  <c:v>1</c:v>
                </c:pt>
                <c:pt idx="774">
                  <c:v>4</c:v>
                </c:pt>
                <c:pt idx="775">
                  <c:v>0</c:v>
                </c:pt>
                <c:pt idx="776">
                  <c:v>4</c:v>
                </c:pt>
                <c:pt idx="777">
                  <c:v>1</c:v>
                </c:pt>
                <c:pt idx="778">
                  <c:v>2</c:v>
                </c:pt>
                <c:pt idx="779">
                  <c:v>2</c:v>
                </c:pt>
                <c:pt idx="780">
                  <c:v>4</c:v>
                </c:pt>
                <c:pt idx="781">
                  <c:v>0</c:v>
                </c:pt>
                <c:pt idx="782">
                  <c:v>3</c:v>
                </c:pt>
                <c:pt idx="783">
                  <c:v>1</c:v>
                </c:pt>
                <c:pt idx="784">
                  <c:v>4</c:v>
                </c:pt>
                <c:pt idx="785">
                  <c:v>1</c:v>
                </c:pt>
                <c:pt idx="786">
                  <c:v>1</c:v>
                </c:pt>
                <c:pt idx="787">
                  <c:v>1</c:v>
                </c:pt>
                <c:pt idx="788">
                  <c:v>4</c:v>
                </c:pt>
                <c:pt idx="789">
                  <c:v>1</c:v>
                </c:pt>
                <c:pt idx="790">
                  <c:v>0</c:v>
                </c:pt>
                <c:pt idx="791">
                  <c:v>4</c:v>
                </c:pt>
                <c:pt idx="792">
                  <c:v>4</c:v>
                </c:pt>
                <c:pt idx="793">
                  <c:v>4</c:v>
                </c:pt>
                <c:pt idx="794">
                  <c:v>0</c:v>
                </c:pt>
                <c:pt idx="795">
                  <c:v>2</c:v>
                </c:pt>
                <c:pt idx="796">
                  <c:v>1</c:v>
                </c:pt>
                <c:pt idx="797">
                  <c:v>1</c:v>
                </c:pt>
                <c:pt idx="798">
                  <c:v>3</c:v>
                </c:pt>
                <c:pt idx="799">
                  <c:v>3</c:v>
                </c:pt>
                <c:pt idx="800">
                  <c:v>0</c:v>
                </c:pt>
                <c:pt idx="801">
                  <c:v>0</c:v>
                </c:pt>
                <c:pt idx="802">
                  <c:v>2</c:v>
                </c:pt>
                <c:pt idx="803">
                  <c:v>3</c:v>
                </c:pt>
                <c:pt idx="804">
                  <c:v>4</c:v>
                </c:pt>
                <c:pt idx="805">
                  <c:v>4</c:v>
                </c:pt>
                <c:pt idx="806">
                  <c:v>2</c:v>
                </c:pt>
                <c:pt idx="807">
                  <c:v>3</c:v>
                </c:pt>
                <c:pt idx="808">
                  <c:v>2</c:v>
                </c:pt>
                <c:pt idx="809">
                  <c:v>0</c:v>
                </c:pt>
                <c:pt idx="810">
                  <c:v>1</c:v>
                </c:pt>
                <c:pt idx="811">
                  <c:v>2</c:v>
                </c:pt>
                <c:pt idx="812">
                  <c:v>1</c:v>
                </c:pt>
                <c:pt idx="813">
                  <c:v>4</c:v>
                </c:pt>
                <c:pt idx="814">
                  <c:v>0</c:v>
                </c:pt>
                <c:pt idx="815">
                  <c:v>2</c:v>
                </c:pt>
                <c:pt idx="816">
                  <c:v>4</c:v>
                </c:pt>
                <c:pt idx="817">
                  <c:v>4</c:v>
                </c:pt>
                <c:pt idx="818">
                  <c:v>1</c:v>
                </c:pt>
                <c:pt idx="819">
                  <c:v>3</c:v>
                </c:pt>
                <c:pt idx="820">
                  <c:v>0</c:v>
                </c:pt>
                <c:pt idx="821">
                  <c:v>2</c:v>
                </c:pt>
                <c:pt idx="822">
                  <c:v>0</c:v>
                </c:pt>
                <c:pt idx="823">
                  <c:v>4</c:v>
                </c:pt>
                <c:pt idx="824">
                  <c:v>1</c:v>
                </c:pt>
                <c:pt idx="825">
                  <c:v>4</c:v>
                </c:pt>
                <c:pt idx="826">
                  <c:v>1</c:v>
                </c:pt>
                <c:pt idx="827">
                  <c:v>2</c:v>
                </c:pt>
                <c:pt idx="828">
                  <c:v>0</c:v>
                </c:pt>
                <c:pt idx="829">
                  <c:v>3</c:v>
                </c:pt>
                <c:pt idx="830">
                  <c:v>0</c:v>
                </c:pt>
                <c:pt idx="831">
                  <c:v>2</c:v>
                </c:pt>
                <c:pt idx="832">
                  <c:v>2</c:v>
                </c:pt>
                <c:pt idx="833">
                  <c:v>2</c:v>
                </c:pt>
                <c:pt idx="834">
                  <c:v>1</c:v>
                </c:pt>
                <c:pt idx="835">
                  <c:v>4</c:v>
                </c:pt>
                <c:pt idx="836">
                  <c:v>1</c:v>
                </c:pt>
                <c:pt idx="837">
                  <c:v>4</c:v>
                </c:pt>
                <c:pt idx="838">
                  <c:v>2</c:v>
                </c:pt>
                <c:pt idx="839">
                  <c:v>4</c:v>
                </c:pt>
                <c:pt idx="840">
                  <c:v>2</c:v>
                </c:pt>
                <c:pt idx="841">
                  <c:v>4</c:v>
                </c:pt>
                <c:pt idx="842">
                  <c:v>3</c:v>
                </c:pt>
                <c:pt idx="843">
                  <c:v>4</c:v>
                </c:pt>
                <c:pt idx="844">
                  <c:v>1</c:v>
                </c:pt>
                <c:pt idx="845">
                  <c:v>3</c:v>
                </c:pt>
                <c:pt idx="846">
                  <c:v>0</c:v>
                </c:pt>
                <c:pt idx="847">
                  <c:v>0</c:v>
                </c:pt>
                <c:pt idx="848">
                  <c:v>4</c:v>
                </c:pt>
                <c:pt idx="849">
                  <c:v>0</c:v>
                </c:pt>
                <c:pt idx="850">
                  <c:v>2</c:v>
                </c:pt>
                <c:pt idx="851">
                  <c:v>2</c:v>
                </c:pt>
                <c:pt idx="852">
                  <c:v>1</c:v>
                </c:pt>
                <c:pt idx="853">
                  <c:v>4</c:v>
                </c:pt>
                <c:pt idx="854">
                  <c:v>0</c:v>
                </c:pt>
                <c:pt idx="855">
                  <c:v>3</c:v>
                </c:pt>
                <c:pt idx="856">
                  <c:v>4</c:v>
                </c:pt>
                <c:pt idx="857">
                  <c:v>0</c:v>
                </c:pt>
                <c:pt idx="858">
                  <c:v>1</c:v>
                </c:pt>
                <c:pt idx="859">
                  <c:v>2</c:v>
                </c:pt>
                <c:pt idx="860">
                  <c:v>0</c:v>
                </c:pt>
                <c:pt idx="861">
                  <c:v>3</c:v>
                </c:pt>
                <c:pt idx="862">
                  <c:v>2</c:v>
                </c:pt>
                <c:pt idx="863">
                  <c:v>4</c:v>
                </c:pt>
                <c:pt idx="864">
                  <c:v>3</c:v>
                </c:pt>
                <c:pt idx="865">
                  <c:v>2</c:v>
                </c:pt>
                <c:pt idx="866">
                  <c:v>2</c:v>
                </c:pt>
                <c:pt idx="867">
                  <c:v>3</c:v>
                </c:pt>
                <c:pt idx="868">
                  <c:v>3</c:v>
                </c:pt>
                <c:pt idx="869">
                  <c:v>0</c:v>
                </c:pt>
                <c:pt idx="870">
                  <c:v>2</c:v>
                </c:pt>
                <c:pt idx="871">
                  <c:v>1</c:v>
                </c:pt>
                <c:pt idx="872">
                  <c:v>4</c:v>
                </c:pt>
                <c:pt idx="873">
                  <c:v>3</c:v>
                </c:pt>
                <c:pt idx="874">
                  <c:v>2</c:v>
                </c:pt>
                <c:pt idx="875">
                  <c:v>1</c:v>
                </c:pt>
                <c:pt idx="876">
                  <c:v>4</c:v>
                </c:pt>
                <c:pt idx="877">
                  <c:v>1</c:v>
                </c:pt>
                <c:pt idx="878">
                  <c:v>4</c:v>
                </c:pt>
                <c:pt idx="879">
                  <c:v>0</c:v>
                </c:pt>
                <c:pt idx="880">
                  <c:v>4</c:v>
                </c:pt>
                <c:pt idx="881">
                  <c:v>3</c:v>
                </c:pt>
                <c:pt idx="882">
                  <c:v>0</c:v>
                </c:pt>
                <c:pt idx="883">
                  <c:v>0</c:v>
                </c:pt>
                <c:pt idx="884">
                  <c:v>4</c:v>
                </c:pt>
                <c:pt idx="885">
                  <c:v>2</c:v>
                </c:pt>
                <c:pt idx="886">
                  <c:v>4</c:v>
                </c:pt>
                <c:pt idx="887">
                  <c:v>1</c:v>
                </c:pt>
                <c:pt idx="888">
                  <c:v>2</c:v>
                </c:pt>
                <c:pt idx="889">
                  <c:v>3</c:v>
                </c:pt>
                <c:pt idx="890">
                  <c:v>4</c:v>
                </c:pt>
                <c:pt idx="891">
                  <c:v>2</c:v>
                </c:pt>
                <c:pt idx="892">
                  <c:v>0</c:v>
                </c:pt>
                <c:pt idx="893">
                  <c:v>0</c:v>
                </c:pt>
                <c:pt idx="894">
                  <c:v>3</c:v>
                </c:pt>
                <c:pt idx="895">
                  <c:v>3</c:v>
                </c:pt>
                <c:pt idx="896">
                  <c:v>2</c:v>
                </c:pt>
                <c:pt idx="897">
                  <c:v>2</c:v>
                </c:pt>
                <c:pt idx="898">
                  <c:v>4</c:v>
                </c:pt>
                <c:pt idx="899">
                  <c:v>3</c:v>
                </c:pt>
                <c:pt idx="900">
                  <c:v>4</c:v>
                </c:pt>
                <c:pt idx="901">
                  <c:v>0</c:v>
                </c:pt>
                <c:pt idx="902">
                  <c:v>3</c:v>
                </c:pt>
                <c:pt idx="903">
                  <c:v>0</c:v>
                </c:pt>
                <c:pt idx="904">
                  <c:v>2</c:v>
                </c:pt>
                <c:pt idx="905">
                  <c:v>4</c:v>
                </c:pt>
                <c:pt idx="906">
                  <c:v>1</c:v>
                </c:pt>
                <c:pt idx="907">
                  <c:v>1</c:v>
                </c:pt>
                <c:pt idx="908">
                  <c:v>2</c:v>
                </c:pt>
                <c:pt idx="909">
                  <c:v>1</c:v>
                </c:pt>
                <c:pt idx="910">
                  <c:v>3</c:v>
                </c:pt>
                <c:pt idx="911">
                  <c:v>2</c:v>
                </c:pt>
                <c:pt idx="912">
                  <c:v>2</c:v>
                </c:pt>
                <c:pt idx="913">
                  <c:v>2</c:v>
                </c:pt>
                <c:pt idx="914">
                  <c:v>4</c:v>
                </c:pt>
                <c:pt idx="915">
                  <c:v>3</c:v>
                </c:pt>
                <c:pt idx="916">
                  <c:v>3</c:v>
                </c:pt>
                <c:pt idx="917">
                  <c:v>1</c:v>
                </c:pt>
                <c:pt idx="918">
                  <c:v>1</c:v>
                </c:pt>
                <c:pt idx="919">
                  <c:v>1</c:v>
                </c:pt>
                <c:pt idx="920">
                  <c:v>4</c:v>
                </c:pt>
                <c:pt idx="921">
                  <c:v>1</c:v>
                </c:pt>
                <c:pt idx="922">
                  <c:v>3</c:v>
                </c:pt>
                <c:pt idx="923">
                  <c:v>4</c:v>
                </c:pt>
                <c:pt idx="924">
                  <c:v>0</c:v>
                </c:pt>
                <c:pt idx="925">
                  <c:v>4</c:v>
                </c:pt>
                <c:pt idx="926">
                  <c:v>3</c:v>
                </c:pt>
                <c:pt idx="927">
                  <c:v>2</c:v>
                </c:pt>
                <c:pt idx="928">
                  <c:v>0</c:v>
                </c:pt>
                <c:pt idx="929">
                  <c:v>1</c:v>
                </c:pt>
                <c:pt idx="930">
                  <c:v>1</c:v>
                </c:pt>
                <c:pt idx="931">
                  <c:v>2</c:v>
                </c:pt>
                <c:pt idx="932">
                  <c:v>2</c:v>
                </c:pt>
                <c:pt idx="933">
                  <c:v>0</c:v>
                </c:pt>
                <c:pt idx="934">
                  <c:v>0</c:v>
                </c:pt>
                <c:pt idx="935">
                  <c:v>1</c:v>
                </c:pt>
                <c:pt idx="936">
                  <c:v>2</c:v>
                </c:pt>
                <c:pt idx="937">
                  <c:v>1</c:v>
                </c:pt>
                <c:pt idx="938">
                  <c:v>3</c:v>
                </c:pt>
                <c:pt idx="939">
                  <c:v>4</c:v>
                </c:pt>
                <c:pt idx="940">
                  <c:v>4</c:v>
                </c:pt>
                <c:pt idx="941">
                  <c:v>1</c:v>
                </c:pt>
                <c:pt idx="942">
                  <c:v>2</c:v>
                </c:pt>
                <c:pt idx="943">
                  <c:v>0</c:v>
                </c:pt>
                <c:pt idx="944">
                  <c:v>4</c:v>
                </c:pt>
                <c:pt idx="945">
                  <c:v>0</c:v>
                </c:pt>
                <c:pt idx="946">
                  <c:v>4</c:v>
                </c:pt>
                <c:pt idx="947">
                  <c:v>1</c:v>
                </c:pt>
                <c:pt idx="948">
                  <c:v>1</c:v>
                </c:pt>
                <c:pt idx="949">
                  <c:v>4</c:v>
                </c:pt>
                <c:pt idx="950">
                  <c:v>3</c:v>
                </c:pt>
                <c:pt idx="951">
                  <c:v>4</c:v>
                </c:pt>
                <c:pt idx="952">
                  <c:v>3</c:v>
                </c:pt>
                <c:pt idx="953">
                  <c:v>4</c:v>
                </c:pt>
                <c:pt idx="954">
                  <c:v>0</c:v>
                </c:pt>
                <c:pt idx="955">
                  <c:v>3</c:v>
                </c:pt>
                <c:pt idx="956">
                  <c:v>3</c:v>
                </c:pt>
                <c:pt idx="957">
                  <c:v>2</c:v>
                </c:pt>
                <c:pt idx="958">
                  <c:v>4</c:v>
                </c:pt>
                <c:pt idx="959">
                  <c:v>3</c:v>
                </c:pt>
                <c:pt idx="960">
                  <c:v>2</c:v>
                </c:pt>
                <c:pt idx="961">
                  <c:v>2</c:v>
                </c:pt>
                <c:pt idx="962">
                  <c:v>3</c:v>
                </c:pt>
                <c:pt idx="963">
                  <c:v>0</c:v>
                </c:pt>
                <c:pt idx="964">
                  <c:v>4</c:v>
                </c:pt>
                <c:pt idx="965">
                  <c:v>2</c:v>
                </c:pt>
                <c:pt idx="966">
                  <c:v>3</c:v>
                </c:pt>
                <c:pt idx="967">
                  <c:v>3</c:v>
                </c:pt>
                <c:pt idx="968">
                  <c:v>0</c:v>
                </c:pt>
                <c:pt idx="969">
                  <c:v>2</c:v>
                </c:pt>
                <c:pt idx="970">
                  <c:v>1</c:v>
                </c:pt>
                <c:pt idx="971">
                  <c:v>4</c:v>
                </c:pt>
                <c:pt idx="972">
                  <c:v>1</c:v>
                </c:pt>
                <c:pt idx="973">
                  <c:v>1</c:v>
                </c:pt>
                <c:pt idx="974">
                  <c:v>3</c:v>
                </c:pt>
                <c:pt idx="975">
                  <c:v>2</c:v>
                </c:pt>
                <c:pt idx="976">
                  <c:v>2</c:v>
                </c:pt>
                <c:pt idx="977">
                  <c:v>2</c:v>
                </c:pt>
                <c:pt idx="978">
                  <c:v>4</c:v>
                </c:pt>
                <c:pt idx="979">
                  <c:v>3</c:v>
                </c:pt>
                <c:pt idx="980">
                  <c:v>1</c:v>
                </c:pt>
                <c:pt idx="981">
                  <c:v>0</c:v>
                </c:pt>
                <c:pt idx="982">
                  <c:v>3</c:v>
                </c:pt>
                <c:pt idx="983">
                  <c:v>4</c:v>
                </c:pt>
                <c:pt idx="984">
                  <c:v>3</c:v>
                </c:pt>
                <c:pt idx="985">
                  <c:v>4</c:v>
                </c:pt>
                <c:pt idx="986">
                  <c:v>1</c:v>
                </c:pt>
                <c:pt idx="987">
                  <c:v>1</c:v>
                </c:pt>
                <c:pt idx="988">
                  <c:v>3</c:v>
                </c:pt>
                <c:pt idx="989">
                  <c:v>4</c:v>
                </c:pt>
                <c:pt idx="990">
                  <c:v>4</c:v>
                </c:pt>
                <c:pt idx="991">
                  <c:v>2</c:v>
                </c:pt>
                <c:pt idx="992">
                  <c:v>4</c:v>
                </c:pt>
                <c:pt idx="993">
                  <c:v>3</c:v>
                </c:pt>
                <c:pt idx="994">
                  <c:v>3</c:v>
                </c:pt>
                <c:pt idx="995">
                  <c:v>4</c:v>
                </c:pt>
                <c:pt idx="996">
                  <c:v>0</c:v>
                </c:pt>
                <c:pt idx="997">
                  <c:v>3</c:v>
                </c:pt>
                <c:pt idx="998">
                  <c:v>3</c:v>
                </c:pt>
                <c:pt idx="999">
                  <c:v>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CCE-47A1-BDD1-D95D278A10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71327472"/>
        <c:axId val="1375544496"/>
      </c:scatterChart>
      <c:valAx>
        <c:axId val="12713274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Treatment</a:t>
                </a:r>
                <a:r>
                  <a:rPr lang="en-IN" baseline="0"/>
                  <a:t> Duration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5544496"/>
        <c:crosses val="autoZero"/>
        <c:crossBetween val="midCat"/>
      </c:valAx>
      <c:valAx>
        <c:axId val="1375544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Side</a:t>
                </a:r>
                <a:r>
                  <a:rPr lang="en-IN" baseline="0"/>
                  <a:t> Effects Numeric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132747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Survival</a:t>
            </a:r>
            <a:r>
              <a:rPr lang="en-US" baseline="0"/>
              <a:t> Rate by Drug</a:t>
            </a:r>
            <a:endParaRPr lang="en-US"/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Pivot_Analysis!$B$105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Pivot_Analysis!$A$106:$A$110</c:f>
              <c:strCache>
                <c:ptCount val="4"/>
                <c:pt idx="0">
                  <c:v>DrugA</c:v>
                </c:pt>
                <c:pt idx="1">
                  <c:v>DrugB</c:v>
                </c:pt>
                <c:pt idx="2">
                  <c:v>DrugC</c:v>
                </c:pt>
                <c:pt idx="3">
                  <c:v>DrugD</c:v>
                </c:pt>
              </c:strCache>
            </c:strRef>
          </c:cat>
          <c:val>
            <c:numRef>
              <c:f>Pivot_Analysis!$B$106:$B$110</c:f>
              <c:numCache>
                <c:formatCode>0.00</c:formatCode>
                <c:ptCount val="4"/>
                <c:pt idx="0">
                  <c:v>11.952868852459009</c:v>
                </c:pt>
                <c:pt idx="1">
                  <c:v>11.571489361702131</c:v>
                </c:pt>
                <c:pt idx="2">
                  <c:v>11.596296296296291</c:v>
                </c:pt>
                <c:pt idx="3">
                  <c:v>11.25697211155379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3D-4959-BB71-E749C17582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1540095"/>
        <c:axId val="1575882032"/>
      </c:lineChart>
      <c:catAx>
        <c:axId val="1715400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Drug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5882032"/>
        <c:crosses val="autoZero"/>
        <c:auto val="1"/>
        <c:lblAlgn val="ctr"/>
        <c:lblOffset val="100"/>
        <c:noMultiLvlLbl val="0"/>
      </c:catAx>
      <c:valAx>
        <c:axId val="1575882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Average Survival</a:t>
                </a:r>
                <a:r>
                  <a:rPr lang="en-IN" baseline="0"/>
                  <a:t> Rate (months)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5400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Lst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Survival</a:t>
            </a:r>
            <a:r>
              <a:rPr lang="en-IN" baseline="0"/>
              <a:t> Rate vs. Progression-Free Survival</a:t>
            </a:r>
            <a:endParaRPr lang="en-IN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Clean_Data!$Z$1</c:f>
              <c:strCache>
                <c:ptCount val="1"/>
                <c:pt idx="0">
                  <c:v>Progression_Free_Survival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Clean_Data!$Y$2:$Y$1001</c:f>
              <c:numCache>
                <c:formatCode>General</c:formatCode>
                <c:ptCount val="1000"/>
                <c:pt idx="0">
                  <c:v>20.6</c:v>
                </c:pt>
                <c:pt idx="1">
                  <c:v>23.1</c:v>
                </c:pt>
                <c:pt idx="2">
                  <c:v>21.6</c:v>
                </c:pt>
                <c:pt idx="3">
                  <c:v>23.8</c:v>
                </c:pt>
                <c:pt idx="4">
                  <c:v>21.2</c:v>
                </c:pt>
                <c:pt idx="5">
                  <c:v>7</c:v>
                </c:pt>
                <c:pt idx="6">
                  <c:v>16</c:v>
                </c:pt>
                <c:pt idx="7">
                  <c:v>14.1</c:v>
                </c:pt>
                <c:pt idx="8">
                  <c:v>18.100000000000001</c:v>
                </c:pt>
                <c:pt idx="9">
                  <c:v>15.4</c:v>
                </c:pt>
                <c:pt idx="10">
                  <c:v>16.100000000000001</c:v>
                </c:pt>
                <c:pt idx="11">
                  <c:v>19.600000000000001</c:v>
                </c:pt>
                <c:pt idx="12">
                  <c:v>6.3</c:v>
                </c:pt>
                <c:pt idx="13">
                  <c:v>22.3</c:v>
                </c:pt>
                <c:pt idx="14">
                  <c:v>17.2</c:v>
                </c:pt>
                <c:pt idx="15">
                  <c:v>14.9</c:v>
                </c:pt>
                <c:pt idx="16">
                  <c:v>11.9</c:v>
                </c:pt>
                <c:pt idx="17">
                  <c:v>8.3000000000000007</c:v>
                </c:pt>
                <c:pt idx="18">
                  <c:v>12.2</c:v>
                </c:pt>
                <c:pt idx="19">
                  <c:v>9.5</c:v>
                </c:pt>
                <c:pt idx="20">
                  <c:v>7.6</c:v>
                </c:pt>
                <c:pt idx="21">
                  <c:v>15.1</c:v>
                </c:pt>
                <c:pt idx="22">
                  <c:v>7.5</c:v>
                </c:pt>
                <c:pt idx="23">
                  <c:v>20.5</c:v>
                </c:pt>
                <c:pt idx="24">
                  <c:v>14.7</c:v>
                </c:pt>
                <c:pt idx="25">
                  <c:v>6.7</c:v>
                </c:pt>
                <c:pt idx="26">
                  <c:v>15.6</c:v>
                </c:pt>
                <c:pt idx="27">
                  <c:v>10.8</c:v>
                </c:pt>
                <c:pt idx="28">
                  <c:v>11.9</c:v>
                </c:pt>
                <c:pt idx="29">
                  <c:v>20.2</c:v>
                </c:pt>
                <c:pt idx="30">
                  <c:v>19.399999999999999</c:v>
                </c:pt>
                <c:pt idx="31">
                  <c:v>17.600000000000001</c:v>
                </c:pt>
                <c:pt idx="32">
                  <c:v>10.3</c:v>
                </c:pt>
                <c:pt idx="33">
                  <c:v>9.4</c:v>
                </c:pt>
                <c:pt idx="34">
                  <c:v>15.4</c:v>
                </c:pt>
                <c:pt idx="35">
                  <c:v>23.5</c:v>
                </c:pt>
                <c:pt idx="36">
                  <c:v>18</c:v>
                </c:pt>
                <c:pt idx="37">
                  <c:v>19.899999999999999</c:v>
                </c:pt>
                <c:pt idx="38">
                  <c:v>10.4</c:v>
                </c:pt>
                <c:pt idx="39">
                  <c:v>8.8000000000000007</c:v>
                </c:pt>
                <c:pt idx="40">
                  <c:v>8.4</c:v>
                </c:pt>
                <c:pt idx="41">
                  <c:v>10.6</c:v>
                </c:pt>
                <c:pt idx="42">
                  <c:v>13.4</c:v>
                </c:pt>
                <c:pt idx="43">
                  <c:v>8.1999999999999993</c:v>
                </c:pt>
                <c:pt idx="44">
                  <c:v>19.3</c:v>
                </c:pt>
                <c:pt idx="45">
                  <c:v>9.6</c:v>
                </c:pt>
                <c:pt idx="46">
                  <c:v>15.4</c:v>
                </c:pt>
                <c:pt idx="47">
                  <c:v>13.9</c:v>
                </c:pt>
                <c:pt idx="48">
                  <c:v>15</c:v>
                </c:pt>
                <c:pt idx="49">
                  <c:v>22.3</c:v>
                </c:pt>
                <c:pt idx="50">
                  <c:v>12</c:v>
                </c:pt>
                <c:pt idx="51">
                  <c:v>22.1</c:v>
                </c:pt>
                <c:pt idx="52">
                  <c:v>19.399999999999999</c:v>
                </c:pt>
                <c:pt idx="53">
                  <c:v>12.2</c:v>
                </c:pt>
                <c:pt idx="54">
                  <c:v>13.2</c:v>
                </c:pt>
                <c:pt idx="55">
                  <c:v>19</c:v>
                </c:pt>
                <c:pt idx="56">
                  <c:v>12.2</c:v>
                </c:pt>
                <c:pt idx="57">
                  <c:v>14.3</c:v>
                </c:pt>
                <c:pt idx="58">
                  <c:v>17</c:v>
                </c:pt>
                <c:pt idx="59">
                  <c:v>18.5</c:v>
                </c:pt>
                <c:pt idx="60">
                  <c:v>16.899999999999999</c:v>
                </c:pt>
                <c:pt idx="61">
                  <c:v>14.1</c:v>
                </c:pt>
                <c:pt idx="62">
                  <c:v>22.6</c:v>
                </c:pt>
                <c:pt idx="63">
                  <c:v>7</c:v>
                </c:pt>
                <c:pt idx="64">
                  <c:v>13.2</c:v>
                </c:pt>
                <c:pt idx="65">
                  <c:v>19.3</c:v>
                </c:pt>
                <c:pt idx="66">
                  <c:v>9.1999999999999993</c:v>
                </c:pt>
                <c:pt idx="67">
                  <c:v>16.5</c:v>
                </c:pt>
                <c:pt idx="68">
                  <c:v>23.3</c:v>
                </c:pt>
                <c:pt idx="69">
                  <c:v>15</c:v>
                </c:pt>
                <c:pt idx="70">
                  <c:v>22.2</c:v>
                </c:pt>
                <c:pt idx="71">
                  <c:v>16.2</c:v>
                </c:pt>
                <c:pt idx="72">
                  <c:v>13.9</c:v>
                </c:pt>
                <c:pt idx="73">
                  <c:v>21.5</c:v>
                </c:pt>
                <c:pt idx="74">
                  <c:v>13.4</c:v>
                </c:pt>
                <c:pt idx="75">
                  <c:v>6.5</c:v>
                </c:pt>
                <c:pt idx="76">
                  <c:v>7.9</c:v>
                </c:pt>
                <c:pt idx="77">
                  <c:v>7.8</c:v>
                </c:pt>
                <c:pt idx="78">
                  <c:v>13.1</c:v>
                </c:pt>
                <c:pt idx="79">
                  <c:v>6.2</c:v>
                </c:pt>
                <c:pt idx="80">
                  <c:v>16.5</c:v>
                </c:pt>
                <c:pt idx="81">
                  <c:v>10.7</c:v>
                </c:pt>
                <c:pt idx="82">
                  <c:v>13.4</c:v>
                </c:pt>
                <c:pt idx="83">
                  <c:v>19.7</c:v>
                </c:pt>
                <c:pt idx="84">
                  <c:v>20.399999999999999</c:v>
                </c:pt>
                <c:pt idx="85">
                  <c:v>17.399999999999999</c:v>
                </c:pt>
                <c:pt idx="86">
                  <c:v>15.5</c:v>
                </c:pt>
                <c:pt idx="87">
                  <c:v>8.1</c:v>
                </c:pt>
                <c:pt idx="88">
                  <c:v>20.9</c:v>
                </c:pt>
                <c:pt idx="89">
                  <c:v>21.7</c:v>
                </c:pt>
                <c:pt idx="90">
                  <c:v>22.5</c:v>
                </c:pt>
                <c:pt idx="91">
                  <c:v>9</c:v>
                </c:pt>
                <c:pt idx="92">
                  <c:v>13</c:v>
                </c:pt>
                <c:pt idx="93">
                  <c:v>16.2</c:v>
                </c:pt>
                <c:pt idx="94">
                  <c:v>9.9</c:v>
                </c:pt>
                <c:pt idx="95">
                  <c:v>14.9</c:v>
                </c:pt>
                <c:pt idx="96">
                  <c:v>7.4</c:v>
                </c:pt>
                <c:pt idx="97">
                  <c:v>10.4</c:v>
                </c:pt>
                <c:pt idx="98">
                  <c:v>16.600000000000001</c:v>
                </c:pt>
                <c:pt idx="99">
                  <c:v>23.1</c:v>
                </c:pt>
                <c:pt idx="100">
                  <c:v>19.2</c:v>
                </c:pt>
                <c:pt idx="101">
                  <c:v>10.5</c:v>
                </c:pt>
                <c:pt idx="102">
                  <c:v>6.7</c:v>
                </c:pt>
                <c:pt idx="103">
                  <c:v>22.5</c:v>
                </c:pt>
                <c:pt idx="104">
                  <c:v>23.5</c:v>
                </c:pt>
                <c:pt idx="105">
                  <c:v>11.7</c:v>
                </c:pt>
                <c:pt idx="106">
                  <c:v>8.1999999999999993</c:v>
                </c:pt>
                <c:pt idx="107">
                  <c:v>7.2</c:v>
                </c:pt>
                <c:pt idx="108">
                  <c:v>17.3</c:v>
                </c:pt>
                <c:pt idx="109">
                  <c:v>21.7</c:v>
                </c:pt>
                <c:pt idx="110">
                  <c:v>20.399999999999999</c:v>
                </c:pt>
                <c:pt idx="111">
                  <c:v>14.6</c:v>
                </c:pt>
                <c:pt idx="112">
                  <c:v>13.5</c:v>
                </c:pt>
                <c:pt idx="113">
                  <c:v>12.4</c:v>
                </c:pt>
                <c:pt idx="114">
                  <c:v>6.3</c:v>
                </c:pt>
                <c:pt idx="115">
                  <c:v>9.9</c:v>
                </c:pt>
                <c:pt idx="116">
                  <c:v>21.8</c:v>
                </c:pt>
                <c:pt idx="117">
                  <c:v>23.8</c:v>
                </c:pt>
                <c:pt idx="118">
                  <c:v>15.2</c:v>
                </c:pt>
                <c:pt idx="119">
                  <c:v>20</c:v>
                </c:pt>
                <c:pt idx="120">
                  <c:v>22.7</c:v>
                </c:pt>
                <c:pt idx="121">
                  <c:v>18.5</c:v>
                </c:pt>
                <c:pt idx="122">
                  <c:v>15.7</c:v>
                </c:pt>
                <c:pt idx="123">
                  <c:v>10.8</c:v>
                </c:pt>
                <c:pt idx="124">
                  <c:v>20.6</c:v>
                </c:pt>
                <c:pt idx="125">
                  <c:v>12.7</c:v>
                </c:pt>
                <c:pt idx="126">
                  <c:v>10</c:v>
                </c:pt>
                <c:pt idx="127">
                  <c:v>14.7</c:v>
                </c:pt>
                <c:pt idx="128">
                  <c:v>16.2</c:v>
                </c:pt>
                <c:pt idx="129">
                  <c:v>21.3</c:v>
                </c:pt>
                <c:pt idx="130">
                  <c:v>18.2</c:v>
                </c:pt>
                <c:pt idx="131">
                  <c:v>21.7</c:v>
                </c:pt>
                <c:pt idx="132">
                  <c:v>19.399999999999999</c:v>
                </c:pt>
                <c:pt idx="133">
                  <c:v>6.1</c:v>
                </c:pt>
                <c:pt idx="134">
                  <c:v>10.7</c:v>
                </c:pt>
                <c:pt idx="135">
                  <c:v>19.7</c:v>
                </c:pt>
                <c:pt idx="136">
                  <c:v>22.8</c:v>
                </c:pt>
                <c:pt idx="137">
                  <c:v>11.4</c:v>
                </c:pt>
                <c:pt idx="138">
                  <c:v>17.2</c:v>
                </c:pt>
                <c:pt idx="139">
                  <c:v>19.5</c:v>
                </c:pt>
                <c:pt idx="140">
                  <c:v>11.8</c:v>
                </c:pt>
                <c:pt idx="141">
                  <c:v>10.9</c:v>
                </c:pt>
                <c:pt idx="142">
                  <c:v>20.3</c:v>
                </c:pt>
                <c:pt idx="143">
                  <c:v>17.8</c:v>
                </c:pt>
                <c:pt idx="144">
                  <c:v>23</c:v>
                </c:pt>
                <c:pt idx="145">
                  <c:v>23.7</c:v>
                </c:pt>
                <c:pt idx="146">
                  <c:v>6.6</c:v>
                </c:pt>
                <c:pt idx="147">
                  <c:v>23.4</c:v>
                </c:pt>
                <c:pt idx="148">
                  <c:v>21.2</c:v>
                </c:pt>
                <c:pt idx="149">
                  <c:v>22.6</c:v>
                </c:pt>
                <c:pt idx="150">
                  <c:v>8.3000000000000007</c:v>
                </c:pt>
                <c:pt idx="151">
                  <c:v>7.2</c:v>
                </c:pt>
                <c:pt idx="152">
                  <c:v>14.2</c:v>
                </c:pt>
                <c:pt idx="153">
                  <c:v>16.8</c:v>
                </c:pt>
                <c:pt idx="154">
                  <c:v>6.7</c:v>
                </c:pt>
                <c:pt idx="155">
                  <c:v>8.6</c:v>
                </c:pt>
                <c:pt idx="156">
                  <c:v>6.2</c:v>
                </c:pt>
                <c:pt idx="157">
                  <c:v>6.6</c:v>
                </c:pt>
                <c:pt idx="158">
                  <c:v>18.399999999999999</c:v>
                </c:pt>
                <c:pt idx="159">
                  <c:v>17.5</c:v>
                </c:pt>
                <c:pt idx="160">
                  <c:v>15.7</c:v>
                </c:pt>
                <c:pt idx="161">
                  <c:v>12.1</c:v>
                </c:pt>
                <c:pt idx="162">
                  <c:v>20.7</c:v>
                </c:pt>
                <c:pt idx="163">
                  <c:v>7.5</c:v>
                </c:pt>
                <c:pt idx="164">
                  <c:v>9.9</c:v>
                </c:pt>
                <c:pt idx="165">
                  <c:v>17.899999999999999</c:v>
                </c:pt>
                <c:pt idx="166">
                  <c:v>23.9</c:v>
                </c:pt>
                <c:pt idx="167">
                  <c:v>7.3</c:v>
                </c:pt>
                <c:pt idx="168">
                  <c:v>19.100000000000001</c:v>
                </c:pt>
                <c:pt idx="169">
                  <c:v>23.8</c:v>
                </c:pt>
                <c:pt idx="170">
                  <c:v>19.100000000000001</c:v>
                </c:pt>
                <c:pt idx="171">
                  <c:v>11</c:v>
                </c:pt>
                <c:pt idx="172">
                  <c:v>17.399999999999999</c:v>
                </c:pt>
                <c:pt idx="173">
                  <c:v>9.1999999999999993</c:v>
                </c:pt>
                <c:pt idx="174">
                  <c:v>14.9</c:v>
                </c:pt>
                <c:pt idx="175">
                  <c:v>12.5</c:v>
                </c:pt>
                <c:pt idx="176">
                  <c:v>10.6</c:v>
                </c:pt>
                <c:pt idx="177">
                  <c:v>23.5</c:v>
                </c:pt>
                <c:pt idx="178">
                  <c:v>15.4</c:v>
                </c:pt>
                <c:pt idx="179">
                  <c:v>17.100000000000001</c:v>
                </c:pt>
                <c:pt idx="180">
                  <c:v>19.3</c:v>
                </c:pt>
                <c:pt idx="181">
                  <c:v>16.5</c:v>
                </c:pt>
                <c:pt idx="182">
                  <c:v>7</c:v>
                </c:pt>
                <c:pt idx="183">
                  <c:v>14.1</c:v>
                </c:pt>
                <c:pt idx="184">
                  <c:v>8.6999999999999993</c:v>
                </c:pt>
                <c:pt idx="185">
                  <c:v>17.5</c:v>
                </c:pt>
                <c:pt idx="186">
                  <c:v>18</c:v>
                </c:pt>
                <c:pt idx="187">
                  <c:v>9.6</c:v>
                </c:pt>
                <c:pt idx="188">
                  <c:v>14</c:v>
                </c:pt>
                <c:pt idx="189">
                  <c:v>23</c:v>
                </c:pt>
                <c:pt idx="190">
                  <c:v>16.3</c:v>
                </c:pt>
                <c:pt idx="191">
                  <c:v>9.9</c:v>
                </c:pt>
                <c:pt idx="192">
                  <c:v>17.8</c:v>
                </c:pt>
                <c:pt idx="193">
                  <c:v>21.7</c:v>
                </c:pt>
                <c:pt idx="194">
                  <c:v>13.3</c:v>
                </c:pt>
                <c:pt idx="195">
                  <c:v>20.399999999999999</c:v>
                </c:pt>
                <c:pt idx="196">
                  <c:v>6.1</c:v>
                </c:pt>
                <c:pt idx="197">
                  <c:v>13</c:v>
                </c:pt>
                <c:pt idx="198">
                  <c:v>7.3</c:v>
                </c:pt>
                <c:pt idx="199">
                  <c:v>12.8</c:v>
                </c:pt>
                <c:pt idx="200">
                  <c:v>12.1</c:v>
                </c:pt>
                <c:pt idx="201">
                  <c:v>16.899999999999999</c:v>
                </c:pt>
                <c:pt idx="202">
                  <c:v>6.3</c:v>
                </c:pt>
                <c:pt idx="203">
                  <c:v>10.4</c:v>
                </c:pt>
                <c:pt idx="204">
                  <c:v>7.8</c:v>
                </c:pt>
                <c:pt idx="205">
                  <c:v>20.5</c:v>
                </c:pt>
                <c:pt idx="206">
                  <c:v>10.9</c:v>
                </c:pt>
                <c:pt idx="207">
                  <c:v>9.3000000000000007</c:v>
                </c:pt>
                <c:pt idx="208">
                  <c:v>10.6</c:v>
                </c:pt>
                <c:pt idx="209">
                  <c:v>6.8</c:v>
                </c:pt>
                <c:pt idx="210">
                  <c:v>21.9</c:v>
                </c:pt>
                <c:pt idx="211">
                  <c:v>21.1</c:v>
                </c:pt>
                <c:pt idx="212">
                  <c:v>10.9</c:v>
                </c:pt>
                <c:pt idx="213">
                  <c:v>17.2</c:v>
                </c:pt>
                <c:pt idx="214">
                  <c:v>21.5</c:v>
                </c:pt>
                <c:pt idx="215">
                  <c:v>16.899999999999999</c:v>
                </c:pt>
                <c:pt idx="216">
                  <c:v>14.9</c:v>
                </c:pt>
                <c:pt idx="217">
                  <c:v>13.7</c:v>
                </c:pt>
                <c:pt idx="218">
                  <c:v>7.9</c:v>
                </c:pt>
                <c:pt idx="219">
                  <c:v>7.5</c:v>
                </c:pt>
                <c:pt idx="220">
                  <c:v>12.4</c:v>
                </c:pt>
                <c:pt idx="221">
                  <c:v>10.199999999999999</c:v>
                </c:pt>
                <c:pt idx="222">
                  <c:v>11.8</c:v>
                </c:pt>
                <c:pt idx="223">
                  <c:v>16</c:v>
                </c:pt>
                <c:pt idx="224">
                  <c:v>23.2</c:v>
                </c:pt>
                <c:pt idx="225">
                  <c:v>7.7</c:v>
                </c:pt>
                <c:pt idx="226">
                  <c:v>20.3</c:v>
                </c:pt>
                <c:pt idx="227">
                  <c:v>23.9</c:v>
                </c:pt>
                <c:pt idx="228">
                  <c:v>17.2</c:v>
                </c:pt>
                <c:pt idx="229">
                  <c:v>20.100000000000001</c:v>
                </c:pt>
                <c:pt idx="230">
                  <c:v>12.5</c:v>
                </c:pt>
                <c:pt idx="231">
                  <c:v>13.1</c:v>
                </c:pt>
                <c:pt idx="232">
                  <c:v>14.9</c:v>
                </c:pt>
                <c:pt idx="233">
                  <c:v>8.1</c:v>
                </c:pt>
                <c:pt idx="234">
                  <c:v>20.5</c:v>
                </c:pt>
                <c:pt idx="235">
                  <c:v>9.1</c:v>
                </c:pt>
                <c:pt idx="236">
                  <c:v>20.8</c:v>
                </c:pt>
                <c:pt idx="237">
                  <c:v>16.899999999999999</c:v>
                </c:pt>
                <c:pt idx="238">
                  <c:v>8.6</c:v>
                </c:pt>
                <c:pt idx="239">
                  <c:v>23.3</c:v>
                </c:pt>
                <c:pt idx="240">
                  <c:v>15.1</c:v>
                </c:pt>
                <c:pt idx="241">
                  <c:v>17.2</c:v>
                </c:pt>
                <c:pt idx="242">
                  <c:v>14.3</c:v>
                </c:pt>
                <c:pt idx="243">
                  <c:v>23.7</c:v>
                </c:pt>
                <c:pt idx="244">
                  <c:v>7.8</c:v>
                </c:pt>
                <c:pt idx="245">
                  <c:v>20.7</c:v>
                </c:pt>
                <c:pt idx="246">
                  <c:v>13.7</c:v>
                </c:pt>
                <c:pt idx="247">
                  <c:v>12.6</c:v>
                </c:pt>
                <c:pt idx="248">
                  <c:v>6.2</c:v>
                </c:pt>
                <c:pt idx="249">
                  <c:v>19.7</c:v>
                </c:pt>
                <c:pt idx="250">
                  <c:v>10.3</c:v>
                </c:pt>
                <c:pt idx="251">
                  <c:v>8</c:v>
                </c:pt>
                <c:pt idx="252">
                  <c:v>14.8</c:v>
                </c:pt>
                <c:pt idx="253">
                  <c:v>12.8</c:v>
                </c:pt>
                <c:pt idx="254">
                  <c:v>23.2</c:v>
                </c:pt>
                <c:pt idx="255">
                  <c:v>10.6</c:v>
                </c:pt>
                <c:pt idx="256">
                  <c:v>17.5</c:v>
                </c:pt>
                <c:pt idx="257">
                  <c:v>7.2</c:v>
                </c:pt>
                <c:pt idx="258">
                  <c:v>18.2</c:v>
                </c:pt>
                <c:pt idx="259">
                  <c:v>7.3</c:v>
                </c:pt>
                <c:pt idx="260">
                  <c:v>11.3</c:v>
                </c:pt>
                <c:pt idx="261">
                  <c:v>9.1</c:v>
                </c:pt>
                <c:pt idx="262">
                  <c:v>6.4</c:v>
                </c:pt>
                <c:pt idx="263">
                  <c:v>17.2</c:v>
                </c:pt>
                <c:pt idx="264">
                  <c:v>19.899999999999999</c:v>
                </c:pt>
                <c:pt idx="265">
                  <c:v>20.399999999999999</c:v>
                </c:pt>
                <c:pt idx="266">
                  <c:v>19.5</c:v>
                </c:pt>
                <c:pt idx="267">
                  <c:v>22.7</c:v>
                </c:pt>
                <c:pt idx="268">
                  <c:v>17</c:v>
                </c:pt>
                <c:pt idx="269">
                  <c:v>22</c:v>
                </c:pt>
                <c:pt idx="270">
                  <c:v>21.2</c:v>
                </c:pt>
                <c:pt idx="271">
                  <c:v>21.2</c:v>
                </c:pt>
                <c:pt idx="272">
                  <c:v>15.8</c:v>
                </c:pt>
                <c:pt idx="273">
                  <c:v>8.4</c:v>
                </c:pt>
                <c:pt idx="274">
                  <c:v>21.1</c:v>
                </c:pt>
                <c:pt idx="275">
                  <c:v>11.4</c:v>
                </c:pt>
                <c:pt idx="276">
                  <c:v>19.7</c:v>
                </c:pt>
                <c:pt idx="277">
                  <c:v>19.100000000000001</c:v>
                </c:pt>
                <c:pt idx="278">
                  <c:v>9.6999999999999993</c:v>
                </c:pt>
                <c:pt idx="279">
                  <c:v>12.4</c:v>
                </c:pt>
                <c:pt idx="280">
                  <c:v>6.6</c:v>
                </c:pt>
                <c:pt idx="281">
                  <c:v>11.9</c:v>
                </c:pt>
                <c:pt idx="282">
                  <c:v>12.6</c:v>
                </c:pt>
                <c:pt idx="283">
                  <c:v>13</c:v>
                </c:pt>
                <c:pt idx="284">
                  <c:v>12.4</c:v>
                </c:pt>
                <c:pt idx="285">
                  <c:v>17.600000000000001</c:v>
                </c:pt>
                <c:pt idx="286">
                  <c:v>16.899999999999999</c:v>
                </c:pt>
                <c:pt idx="287">
                  <c:v>15</c:v>
                </c:pt>
                <c:pt idx="288">
                  <c:v>18.7</c:v>
                </c:pt>
                <c:pt idx="289">
                  <c:v>11.9</c:v>
                </c:pt>
                <c:pt idx="290">
                  <c:v>19.2</c:v>
                </c:pt>
                <c:pt idx="291">
                  <c:v>17.5</c:v>
                </c:pt>
                <c:pt idx="292">
                  <c:v>12.9</c:v>
                </c:pt>
                <c:pt idx="293">
                  <c:v>12</c:v>
                </c:pt>
                <c:pt idx="294">
                  <c:v>15.3</c:v>
                </c:pt>
                <c:pt idx="295">
                  <c:v>21.7</c:v>
                </c:pt>
                <c:pt idx="296">
                  <c:v>14.7</c:v>
                </c:pt>
                <c:pt idx="297">
                  <c:v>13.9</c:v>
                </c:pt>
                <c:pt idx="298">
                  <c:v>8.4</c:v>
                </c:pt>
                <c:pt idx="299">
                  <c:v>7</c:v>
                </c:pt>
                <c:pt idx="300">
                  <c:v>10.5</c:v>
                </c:pt>
                <c:pt idx="301">
                  <c:v>7.2</c:v>
                </c:pt>
                <c:pt idx="302">
                  <c:v>8.5</c:v>
                </c:pt>
                <c:pt idx="303">
                  <c:v>6.4</c:v>
                </c:pt>
                <c:pt idx="304">
                  <c:v>6.9</c:v>
                </c:pt>
                <c:pt idx="305">
                  <c:v>10.6</c:v>
                </c:pt>
                <c:pt idx="306">
                  <c:v>23.5</c:v>
                </c:pt>
                <c:pt idx="307">
                  <c:v>10.1</c:v>
                </c:pt>
                <c:pt idx="308">
                  <c:v>8.1</c:v>
                </c:pt>
                <c:pt idx="309">
                  <c:v>15.8</c:v>
                </c:pt>
                <c:pt idx="310">
                  <c:v>23</c:v>
                </c:pt>
                <c:pt idx="311">
                  <c:v>17.7</c:v>
                </c:pt>
                <c:pt idx="312">
                  <c:v>14.3</c:v>
                </c:pt>
                <c:pt idx="313">
                  <c:v>9</c:v>
                </c:pt>
                <c:pt idx="314">
                  <c:v>21.8</c:v>
                </c:pt>
                <c:pt idx="315">
                  <c:v>23.7</c:v>
                </c:pt>
                <c:pt idx="316">
                  <c:v>22.4</c:v>
                </c:pt>
                <c:pt idx="317">
                  <c:v>20.8</c:v>
                </c:pt>
                <c:pt idx="318">
                  <c:v>15.4</c:v>
                </c:pt>
                <c:pt idx="319">
                  <c:v>20.399999999999999</c:v>
                </c:pt>
                <c:pt idx="320">
                  <c:v>18.5</c:v>
                </c:pt>
                <c:pt idx="321">
                  <c:v>11</c:v>
                </c:pt>
                <c:pt idx="322">
                  <c:v>22.1</c:v>
                </c:pt>
                <c:pt idx="323">
                  <c:v>7.5</c:v>
                </c:pt>
                <c:pt idx="324">
                  <c:v>13.5</c:v>
                </c:pt>
                <c:pt idx="325">
                  <c:v>21.9</c:v>
                </c:pt>
                <c:pt idx="326">
                  <c:v>15.5</c:v>
                </c:pt>
                <c:pt idx="327">
                  <c:v>9.4</c:v>
                </c:pt>
                <c:pt idx="328">
                  <c:v>11.7</c:v>
                </c:pt>
                <c:pt idx="329">
                  <c:v>14.9</c:v>
                </c:pt>
                <c:pt idx="330">
                  <c:v>20.9</c:v>
                </c:pt>
                <c:pt idx="331">
                  <c:v>14.1</c:v>
                </c:pt>
                <c:pt idx="332">
                  <c:v>21.1</c:v>
                </c:pt>
                <c:pt idx="333">
                  <c:v>18.2</c:v>
                </c:pt>
                <c:pt idx="334">
                  <c:v>21.4</c:v>
                </c:pt>
                <c:pt idx="335">
                  <c:v>18.5</c:v>
                </c:pt>
                <c:pt idx="336">
                  <c:v>11.5</c:v>
                </c:pt>
                <c:pt idx="337">
                  <c:v>20.2</c:v>
                </c:pt>
                <c:pt idx="338">
                  <c:v>16.100000000000001</c:v>
                </c:pt>
                <c:pt idx="339">
                  <c:v>15.8</c:v>
                </c:pt>
                <c:pt idx="340">
                  <c:v>6.8</c:v>
                </c:pt>
                <c:pt idx="341">
                  <c:v>11.3</c:v>
                </c:pt>
                <c:pt idx="342">
                  <c:v>23.3</c:v>
                </c:pt>
                <c:pt idx="343">
                  <c:v>21.7</c:v>
                </c:pt>
                <c:pt idx="344">
                  <c:v>10.4</c:v>
                </c:pt>
                <c:pt idx="345">
                  <c:v>11.4</c:v>
                </c:pt>
                <c:pt idx="346">
                  <c:v>21.3</c:v>
                </c:pt>
                <c:pt idx="347">
                  <c:v>7.4</c:v>
                </c:pt>
                <c:pt idx="348">
                  <c:v>23.9</c:v>
                </c:pt>
                <c:pt idx="349">
                  <c:v>16.8</c:v>
                </c:pt>
                <c:pt idx="350">
                  <c:v>20.9</c:v>
                </c:pt>
                <c:pt idx="351">
                  <c:v>11.7</c:v>
                </c:pt>
                <c:pt idx="352">
                  <c:v>14</c:v>
                </c:pt>
                <c:pt idx="353">
                  <c:v>10.3</c:v>
                </c:pt>
                <c:pt idx="354">
                  <c:v>17.7</c:v>
                </c:pt>
                <c:pt idx="355">
                  <c:v>17.399999999999999</c:v>
                </c:pt>
                <c:pt idx="356">
                  <c:v>6.8</c:v>
                </c:pt>
                <c:pt idx="357">
                  <c:v>14.7</c:v>
                </c:pt>
                <c:pt idx="358">
                  <c:v>15.3</c:v>
                </c:pt>
                <c:pt idx="359">
                  <c:v>7.9</c:v>
                </c:pt>
                <c:pt idx="360">
                  <c:v>11.3</c:v>
                </c:pt>
                <c:pt idx="361">
                  <c:v>8</c:v>
                </c:pt>
                <c:pt idx="362">
                  <c:v>18.600000000000001</c:v>
                </c:pt>
                <c:pt idx="363">
                  <c:v>13.6</c:v>
                </c:pt>
                <c:pt idx="364">
                  <c:v>11.6</c:v>
                </c:pt>
                <c:pt idx="365">
                  <c:v>17.5</c:v>
                </c:pt>
                <c:pt idx="366">
                  <c:v>18.399999999999999</c:v>
                </c:pt>
                <c:pt idx="367">
                  <c:v>8.1999999999999993</c:v>
                </c:pt>
                <c:pt idx="368">
                  <c:v>12.4</c:v>
                </c:pt>
                <c:pt idx="369">
                  <c:v>16.7</c:v>
                </c:pt>
                <c:pt idx="370">
                  <c:v>21.7</c:v>
                </c:pt>
                <c:pt idx="371">
                  <c:v>15.6</c:v>
                </c:pt>
                <c:pt idx="372">
                  <c:v>14.7</c:v>
                </c:pt>
                <c:pt idx="373">
                  <c:v>12.2</c:v>
                </c:pt>
                <c:pt idx="374">
                  <c:v>13.7</c:v>
                </c:pt>
                <c:pt idx="375">
                  <c:v>14</c:v>
                </c:pt>
                <c:pt idx="376">
                  <c:v>13.8</c:v>
                </c:pt>
                <c:pt idx="377">
                  <c:v>18.7</c:v>
                </c:pt>
                <c:pt idx="378">
                  <c:v>8.6</c:v>
                </c:pt>
                <c:pt idx="379">
                  <c:v>17.600000000000001</c:v>
                </c:pt>
                <c:pt idx="380">
                  <c:v>11.6</c:v>
                </c:pt>
                <c:pt idx="381">
                  <c:v>23.8</c:v>
                </c:pt>
                <c:pt idx="382">
                  <c:v>6.5</c:v>
                </c:pt>
                <c:pt idx="383">
                  <c:v>6.6</c:v>
                </c:pt>
                <c:pt idx="384">
                  <c:v>14.3</c:v>
                </c:pt>
                <c:pt idx="385">
                  <c:v>11.7</c:v>
                </c:pt>
                <c:pt idx="386">
                  <c:v>11.2</c:v>
                </c:pt>
                <c:pt idx="387">
                  <c:v>15.7</c:v>
                </c:pt>
                <c:pt idx="388">
                  <c:v>21</c:v>
                </c:pt>
                <c:pt idx="389">
                  <c:v>7</c:v>
                </c:pt>
                <c:pt idx="390">
                  <c:v>12.3</c:v>
                </c:pt>
                <c:pt idx="391">
                  <c:v>14.8</c:v>
                </c:pt>
                <c:pt idx="392">
                  <c:v>16.2</c:v>
                </c:pt>
                <c:pt idx="393">
                  <c:v>14.6</c:v>
                </c:pt>
                <c:pt idx="394">
                  <c:v>19</c:v>
                </c:pt>
                <c:pt idx="395">
                  <c:v>8.1999999999999993</c:v>
                </c:pt>
                <c:pt idx="396">
                  <c:v>8.6999999999999993</c:v>
                </c:pt>
                <c:pt idx="397">
                  <c:v>16.600000000000001</c:v>
                </c:pt>
                <c:pt idx="398">
                  <c:v>13</c:v>
                </c:pt>
                <c:pt idx="399">
                  <c:v>23.7</c:v>
                </c:pt>
                <c:pt idx="400">
                  <c:v>23.2</c:v>
                </c:pt>
                <c:pt idx="401">
                  <c:v>21.2</c:v>
                </c:pt>
                <c:pt idx="402">
                  <c:v>15.2</c:v>
                </c:pt>
                <c:pt idx="403">
                  <c:v>18.399999999999999</c:v>
                </c:pt>
                <c:pt idx="404">
                  <c:v>12.5</c:v>
                </c:pt>
                <c:pt idx="405">
                  <c:v>6.2</c:v>
                </c:pt>
                <c:pt idx="406">
                  <c:v>6.3</c:v>
                </c:pt>
                <c:pt idx="407">
                  <c:v>19.600000000000001</c:v>
                </c:pt>
                <c:pt idx="408">
                  <c:v>17</c:v>
                </c:pt>
                <c:pt idx="409">
                  <c:v>13.3</c:v>
                </c:pt>
                <c:pt idx="410">
                  <c:v>23.1</c:v>
                </c:pt>
                <c:pt idx="411">
                  <c:v>7.4</c:v>
                </c:pt>
                <c:pt idx="412">
                  <c:v>7.3</c:v>
                </c:pt>
                <c:pt idx="413">
                  <c:v>20.5</c:v>
                </c:pt>
                <c:pt idx="414">
                  <c:v>14.6</c:v>
                </c:pt>
                <c:pt idx="415">
                  <c:v>12.4</c:v>
                </c:pt>
                <c:pt idx="416">
                  <c:v>14.1</c:v>
                </c:pt>
                <c:pt idx="417">
                  <c:v>10.4</c:v>
                </c:pt>
                <c:pt idx="418">
                  <c:v>15.4</c:v>
                </c:pt>
                <c:pt idx="419">
                  <c:v>11.1</c:v>
                </c:pt>
                <c:pt idx="420">
                  <c:v>11.7</c:v>
                </c:pt>
                <c:pt idx="421">
                  <c:v>18.7</c:v>
                </c:pt>
                <c:pt idx="422">
                  <c:v>19.3</c:v>
                </c:pt>
                <c:pt idx="423">
                  <c:v>21.2</c:v>
                </c:pt>
                <c:pt idx="424">
                  <c:v>22.4</c:v>
                </c:pt>
                <c:pt idx="425">
                  <c:v>14.9</c:v>
                </c:pt>
                <c:pt idx="426">
                  <c:v>9</c:v>
                </c:pt>
                <c:pt idx="427">
                  <c:v>23.1</c:v>
                </c:pt>
                <c:pt idx="428">
                  <c:v>17.600000000000001</c:v>
                </c:pt>
                <c:pt idx="429">
                  <c:v>13.8</c:v>
                </c:pt>
                <c:pt idx="430">
                  <c:v>6.9</c:v>
                </c:pt>
                <c:pt idx="431">
                  <c:v>9.8000000000000007</c:v>
                </c:pt>
                <c:pt idx="432">
                  <c:v>18.2</c:v>
                </c:pt>
                <c:pt idx="433">
                  <c:v>19.3</c:v>
                </c:pt>
                <c:pt idx="434">
                  <c:v>9.6</c:v>
                </c:pt>
                <c:pt idx="435">
                  <c:v>8</c:v>
                </c:pt>
                <c:pt idx="436">
                  <c:v>12.8</c:v>
                </c:pt>
                <c:pt idx="437">
                  <c:v>14.9</c:v>
                </c:pt>
                <c:pt idx="438">
                  <c:v>14.4</c:v>
                </c:pt>
                <c:pt idx="439">
                  <c:v>19.899999999999999</c:v>
                </c:pt>
                <c:pt idx="440">
                  <c:v>6.3</c:v>
                </c:pt>
                <c:pt idx="441">
                  <c:v>6.3</c:v>
                </c:pt>
                <c:pt idx="442">
                  <c:v>12.7</c:v>
                </c:pt>
                <c:pt idx="443">
                  <c:v>21.2</c:v>
                </c:pt>
                <c:pt idx="444">
                  <c:v>14.2</c:v>
                </c:pt>
                <c:pt idx="445">
                  <c:v>10.4</c:v>
                </c:pt>
                <c:pt idx="446">
                  <c:v>23.2</c:v>
                </c:pt>
                <c:pt idx="447">
                  <c:v>23.3</c:v>
                </c:pt>
                <c:pt idx="448">
                  <c:v>8.5</c:v>
                </c:pt>
                <c:pt idx="449">
                  <c:v>20.6</c:v>
                </c:pt>
                <c:pt idx="450">
                  <c:v>12.2</c:v>
                </c:pt>
                <c:pt idx="451">
                  <c:v>18.7</c:v>
                </c:pt>
                <c:pt idx="452">
                  <c:v>14.1</c:v>
                </c:pt>
                <c:pt idx="453">
                  <c:v>15</c:v>
                </c:pt>
                <c:pt idx="454">
                  <c:v>14.3</c:v>
                </c:pt>
                <c:pt idx="455">
                  <c:v>14</c:v>
                </c:pt>
                <c:pt idx="456">
                  <c:v>20.3</c:v>
                </c:pt>
                <c:pt idx="457">
                  <c:v>23.1</c:v>
                </c:pt>
                <c:pt idx="458">
                  <c:v>10.7</c:v>
                </c:pt>
                <c:pt idx="459">
                  <c:v>23.7</c:v>
                </c:pt>
                <c:pt idx="460">
                  <c:v>23.3</c:v>
                </c:pt>
                <c:pt idx="461">
                  <c:v>14.6</c:v>
                </c:pt>
                <c:pt idx="462">
                  <c:v>8.9</c:v>
                </c:pt>
                <c:pt idx="463">
                  <c:v>6.2</c:v>
                </c:pt>
                <c:pt idx="464">
                  <c:v>10</c:v>
                </c:pt>
                <c:pt idx="465">
                  <c:v>13.7</c:v>
                </c:pt>
                <c:pt idx="466">
                  <c:v>11.2</c:v>
                </c:pt>
                <c:pt idx="467">
                  <c:v>19.7</c:v>
                </c:pt>
                <c:pt idx="468">
                  <c:v>23.1</c:v>
                </c:pt>
                <c:pt idx="469">
                  <c:v>16.2</c:v>
                </c:pt>
                <c:pt idx="470">
                  <c:v>22.5</c:v>
                </c:pt>
                <c:pt idx="471">
                  <c:v>6.6</c:v>
                </c:pt>
                <c:pt idx="472">
                  <c:v>16.5</c:v>
                </c:pt>
                <c:pt idx="473">
                  <c:v>11.1</c:v>
                </c:pt>
                <c:pt idx="474">
                  <c:v>13.6</c:v>
                </c:pt>
                <c:pt idx="475">
                  <c:v>16.600000000000001</c:v>
                </c:pt>
                <c:pt idx="476">
                  <c:v>7.3</c:v>
                </c:pt>
                <c:pt idx="477">
                  <c:v>20.6</c:v>
                </c:pt>
                <c:pt idx="478">
                  <c:v>17.8</c:v>
                </c:pt>
                <c:pt idx="479">
                  <c:v>13.7</c:v>
                </c:pt>
                <c:pt idx="480">
                  <c:v>13.5</c:v>
                </c:pt>
                <c:pt idx="481">
                  <c:v>11.5</c:v>
                </c:pt>
                <c:pt idx="482">
                  <c:v>23.4</c:v>
                </c:pt>
                <c:pt idx="483">
                  <c:v>13.6</c:v>
                </c:pt>
                <c:pt idx="484">
                  <c:v>9.3000000000000007</c:v>
                </c:pt>
                <c:pt idx="485">
                  <c:v>19.600000000000001</c:v>
                </c:pt>
                <c:pt idx="486">
                  <c:v>15.8</c:v>
                </c:pt>
                <c:pt idx="487">
                  <c:v>23.1</c:v>
                </c:pt>
                <c:pt idx="488">
                  <c:v>18.899999999999999</c:v>
                </c:pt>
                <c:pt idx="489">
                  <c:v>12.6</c:v>
                </c:pt>
                <c:pt idx="490">
                  <c:v>14.3</c:v>
                </c:pt>
                <c:pt idx="491">
                  <c:v>10.9</c:v>
                </c:pt>
                <c:pt idx="492">
                  <c:v>23.6</c:v>
                </c:pt>
                <c:pt idx="493">
                  <c:v>23</c:v>
                </c:pt>
                <c:pt idx="494">
                  <c:v>19.2</c:v>
                </c:pt>
                <c:pt idx="495">
                  <c:v>18.7</c:v>
                </c:pt>
                <c:pt idx="496">
                  <c:v>20.7</c:v>
                </c:pt>
                <c:pt idx="497">
                  <c:v>18.899999999999999</c:v>
                </c:pt>
                <c:pt idx="498">
                  <c:v>13.1</c:v>
                </c:pt>
                <c:pt idx="499">
                  <c:v>11.2</c:v>
                </c:pt>
                <c:pt idx="500">
                  <c:v>17.2</c:v>
                </c:pt>
                <c:pt idx="501">
                  <c:v>18.100000000000001</c:v>
                </c:pt>
                <c:pt idx="502">
                  <c:v>12.4</c:v>
                </c:pt>
                <c:pt idx="503">
                  <c:v>7.2</c:v>
                </c:pt>
                <c:pt idx="504">
                  <c:v>12</c:v>
                </c:pt>
                <c:pt idx="505">
                  <c:v>18.100000000000001</c:v>
                </c:pt>
                <c:pt idx="506">
                  <c:v>7.8</c:v>
                </c:pt>
                <c:pt idx="507">
                  <c:v>7.2</c:v>
                </c:pt>
                <c:pt idx="508">
                  <c:v>13.3</c:v>
                </c:pt>
                <c:pt idx="509">
                  <c:v>13.2</c:v>
                </c:pt>
                <c:pt idx="510">
                  <c:v>11.2</c:v>
                </c:pt>
                <c:pt idx="511">
                  <c:v>7.4</c:v>
                </c:pt>
                <c:pt idx="512">
                  <c:v>17.2</c:v>
                </c:pt>
                <c:pt idx="513">
                  <c:v>10.5</c:v>
                </c:pt>
                <c:pt idx="514">
                  <c:v>10.9</c:v>
                </c:pt>
                <c:pt idx="515">
                  <c:v>8.8000000000000007</c:v>
                </c:pt>
                <c:pt idx="516">
                  <c:v>16.600000000000001</c:v>
                </c:pt>
                <c:pt idx="517">
                  <c:v>16.5</c:v>
                </c:pt>
                <c:pt idx="518">
                  <c:v>21.1</c:v>
                </c:pt>
                <c:pt idx="519">
                  <c:v>6.1</c:v>
                </c:pt>
                <c:pt idx="520">
                  <c:v>13.8</c:v>
                </c:pt>
                <c:pt idx="521">
                  <c:v>16.600000000000001</c:v>
                </c:pt>
                <c:pt idx="522">
                  <c:v>7.6</c:v>
                </c:pt>
                <c:pt idx="523">
                  <c:v>10.5</c:v>
                </c:pt>
                <c:pt idx="524">
                  <c:v>14.3</c:v>
                </c:pt>
                <c:pt idx="525">
                  <c:v>23.1</c:v>
                </c:pt>
                <c:pt idx="526">
                  <c:v>15.8</c:v>
                </c:pt>
                <c:pt idx="527">
                  <c:v>15.4</c:v>
                </c:pt>
                <c:pt idx="528">
                  <c:v>15.7</c:v>
                </c:pt>
                <c:pt idx="529">
                  <c:v>20.2</c:v>
                </c:pt>
                <c:pt idx="530">
                  <c:v>13.7</c:v>
                </c:pt>
                <c:pt idx="531">
                  <c:v>20.8</c:v>
                </c:pt>
                <c:pt idx="532">
                  <c:v>15</c:v>
                </c:pt>
                <c:pt idx="533">
                  <c:v>19.8</c:v>
                </c:pt>
                <c:pt idx="534">
                  <c:v>8.9</c:v>
                </c:pt>
                <c:pt idx="535">
                  <c:v>20.7</c:v>
                </c:pt>
                <c:pt idx="536">
                  <c:v>10.5</c:v>
                </c:pt>
                <c:pt idx="537">
                  <c:v>20.9</c:v>
                </c:pt>
                <c:pt idx="538">
                  <c:v>11.9</c:v>
                </c:pt>
                <c:pt idx="539">
                  <c:v>7.8</c:v>
                </c:pt>
                <c:pt idx="540">
                  <c:v>21.5</c:v>
                </c:pt>
                <c:pt idx="541">
                  <c:v>13.9</c:v>
                </c:pt>
                <c:pt idx="542">
                  <c:v>18.5</c:v>
                </c:pt>
                <c:pt idx="543">
                  <c:v>18.899999999999999</c:v>
                </c:pt>
                <c:pt idx="544">
                  <c:v>6.3</c:v>
                </c:pt>
                <c:pt idx="545">
                  <c:v>7.9</c:v>
                </c:pt>
                <c:pt idx="546">
                  <c:v>7</c:v>
                </c:pt>
                <c:pt idx="547">
                  <c:v>17.100000000000001</c:v>
                </c:pt>
                <c:pt idx="548">
                  <c:v>18.5</c:v>
                </c:pt>
                <c:pt idx="549">
                  <c:v>21.7</c:v>
                </c:pt>
                <c:pt idx="550">
                  <c:v>8.1</c:v>
                </c:pt>
                <c:pt idx="551">
                  <c:v>13.1</c:v>
                </c:pt>
                <c:pt idx="552">
                  <c:v>6.3</c:v>
                </c:pt>
                <c:pt idx="553">
                  <c:v>17.3</c:v>
                </c:pt>
                <c:pt idx="554">
                  <c:v>15.6</c:v>
                </c:pt>
                <c:pt idx="555">
                  <c:v>12</c:v>
                </c:pt>
                <c:pt idx="556">
                  <c:v>21.9</c:v>
                </c:pt>
                <c:pt idx="557">
                  <c:v>22.2</c:v>
                </c:pt>
                <c:pt idx="558">
                  <c:v>15.8</c:v>
                </c:pt>
                <c:pt idx="559">
                  <c:v>12.8</c:v>
                </c:pt>
                <c:pt idx="560">
                  <c:v>11.8</c:v>
                </c:pt>
                <c:pt idx="561">
                  <c:v>12.7</c:v>
                </c:pt>
                <c:pt idx="562">
                  <c:v>6.2</c:v>
                </c:pt>
                <c:pt idx="563">
                  <c:v>20.5</c:v>
                </c:pt>
                <c:pt idx="564">
                  <c:v>16.5</c:v>
                </c:pt>
                <c:pt idx="565">
                  <c:v>8.5</c:v>
                </c:pt>
                <c:pt idx="566">
                  <c:v>9.5</c:v>
                </c:pt>
                <c:pt idx="567">
                  <c:v>16.7</c:v>
                </c:pt>
                <c:pt idx="568">
                  <c:v>8.8000000000000007</c:v>
                </c:pt>
                <c:pt idx="569">
                  <c:v>11.6</c:v>
                </c:pt>
                <c:pt idx="570">
                  <c:v>15.1</c:v>
                </c:pt>
                <c:pt idx="571">
                  <c:v>20.8</c:v>
                </c:pt>
                <c:pt idx="572">
                  <c:v>10.8</c:v>
                </c:pt>
                <c:pt idx="573">
                  <c:v>9.4</c:v>
                </c:pt>
                <c:pt idx="574">
                  <c:v>17.899999999999999</c:v>
                </c:pt>
                <c:pt idx="575">
                  <c:v>7.6</c:v>
                </c:pt>
                <c:pt idx="576">
                  <c:v>10.7</c:v>
                </c:pt>
                <c:pt idx="577">
                  <c:v>6.7</c:v>
                </c:pt>
                <c:pt idx="578">
                  <c:v>11.9</c:v>
                </c:pt>
                <c:pt idx="579">
                  <c:v>10.5</c:v>
                </c:pt>
                <c:pt idx="580">
                  <c:v>11.9</c:v>
                </c:pt>
                <c:pt idx="581">
                  <c:v>10.3</c:v>
                </c:pt>
                <c:pt idx="582">
                  <c:v>12.5</c:v>
                </c:pt>
                <c:pt idx="583">
                  <c:v>10.199999999999999</c:v>
                </c:pt>
                <c:pt idx="584">
                  <c:v>6.7</c:v>
                </c:pt>
                <c:pt idx="585">
                  <c:v>21.6</c:v>
                </c:pt>
                <c:pt idx="586">
                  <c:v>14</c:v>
                </c:pt>
                <c:pt idx="587">
                  <c:v>22.7</c:v>
                </c:pt>
                <c:pt idx="588">
                  <c:v>23.9</c:v>
                </c:pt>
                <c:pt idx="589">
                  <c:v>16.7</c:v>
                </c:pt>
                <c:pt idx="590">
                  <c:v>12.7</c:v>
                </c:pt>
                <c:pt idx="591">
                  <c:v>18.5</c:v>
                </c:pt>
                <c:pt idx="592">
                  <c:v>16.8</c:v>
                </c:pt>
                <c:pt idx="593">
                  <c:v>21.1</c:v>
                </c:pt>
                <c:pt idx="594">
                  <c:v>18.600000000000001</c:v>
                </c:pt>
                <c:pt idx="595">
                  <c:v>14.8</c:v>
                </c:pt>
                <c:pt idx="596">
                  <c:v>22.6</c:v>
                </c:pt>
                <c:pt idx="597">
                  <c:v>6.6</c:v>
                </c:pt>
                <c:pt idx="598">
                  <c:v>21.9</c:v>
                </c:pt>
                <c:pt idx="599">
                  <c:v>9.5</c:v>
                </c:pt>
                <c:pt idx="600">
                  <c:v>6.5</c:v>
                </c:pt>
                <c:pt idx="601">
                  <c:v>21.3</c:v>
                </c:pt>
                <c:pt idx="602">
                  <c:v>20.7</c:v>
                </c:pt>
                <c:pt idx="603">
                  <c:v>7.3</c:v>
                </c:pt>
                <c:pt idx="604">
                  <c:v>7.8</c:v>
                </c:pt>
                <c:pt idx="605">
                  <c:v>23.4</c:v>
                </c:pt>
                <c:pt idx="606">
                  <c:v>11.4</c:v>
                </c:pt>
                <c:pt idx="607">
                  <c:v>18.100000000000001</c:v>
                </c:pt>
                <c:pt idx="608">
                  <c:v>12.2</c:v>
                </c:pt>
                <c:pt idx="609">
                  <c:v>11.4</c:v>
                </c:pt>
                <c:pt idx="610">
                  <c:v>15.1</c:v>
                </c:pt>
                <c:pt idx="611">
                  <c:v>7.5</c:v>
                </c:pt>
                <c:pt idx="612">
                  <c:v>13.5</c:v>
                </c:pt>
                <c:pt idx="613">
                  <c:v>20</c:v>
                </c:pt>
                <c:pt idx="614">
                  <c:v>23.8</c:v>
                </c:pt>
                <c:pt idx="615">
                  <c:v>19.3</c:v>
                </c:pt>
                <c:pt idx="616">
                  <c:v>21.5</c:v>
                </c:pt>
                <c:pt idx="617">
                  <c:v>8.3000000000000007</c:v>
                </c:pt>
                <c:pt idx="618">
                  <c:v>16.399999999999999</c:v>
                </c:pt>
                <c:pt idx="619">
                  <c:v>12.7</c:v>
                </c:pt>
                <c:pt idx="620">
                  <c:v>11</c:v>
                </c:pt>
                <c:pt idx="621">
                  <c:v>22.7</c:v>
                </c:pt>
                <c:pt idx="622">
                  <c:v>20.399999999999999</c:v>
                </c:pt>
                <c:pt idx="623">
                  <c:v>20.3</c:v>
                </c:pt>
                <c:pt idx="624">
                  <c:v>21.7</c:v>
                </c:pt>
                <c:pt idx="625">
                  <c:v>20.3</c:v>
                </c:pt>
                <c:pt idx="626">
                  <c:v>12.3</c:v>
                </c:pt>
                <c:pt idx="627">
                  <c:v>11.2</c:v>
                </c:pt>
                <c:pt idx="628">
                  <c:v>14.4</c:v>
                </c:pt>
                <c:pt idx="629">
                  <c:v>16.7</c:v>
                </c:pt>
                <c:pt idx="630">
                  <c:v>9.1</c:v>
                </c:pt>
                <c:pt idx="631">
                  <c:v>17.100000000000001</c:v>
                </c:pt>
                <c:pt idx="632">
                  <c:v>6.6</c:v>
                </c:pt>
                <c:pt idx="633">
                  <c:v>6.4</c:v>
                </c:pt>
                <c:pt idx="634">
                  <c:v>8</c:v>
                </c:pt>
                <c:pt idx="635">
                  <c:v>20.399999999999999</c:v>
                </c:pt>
                <c:pt idx="636">
                  <c:v>10.3</c:v>
                </c:pt>
                <c:pt idx="637">
                  <c:v>7.2</c:v>
                </c:pt>
                <c:pt idx="638">
                  <c:v>10.199999999999999</c:v>
                </c:pt>
                <c:pt idx="639">
                  <c:v>22.8</c:v>
                </c:pt>
                <c:pt idx="640">
                  <c:v>21.3</c:v>
                </c:pt>
                <c:pt idx="641">
                  <c:v>11.1</c:v>
                </c:pt>
                <c:pt idx="642">
                  <c:v>17.2</c:v>
                </c:pt>
                <c:pt idx="643">
                  <c:v>14</c:v>
                </c:pt>
                <c:pt idx="644">
                  <c:v>9.3000000000000007</c:v>
                </c:pt>
                <c:pt idx="645">
                  <c:v>8.9</c:v>
                </c:pt>
                <c:pt idx="646">
                  <c:v>15</c:v>
                </c:pt>
                <c:pt idx="647">
                  <c:v>19.600000000000001</c:v>
                </c:pt>
                <c:pt idx="648">
                  <c:v>7</c:v>
                </c:pt>
                <c:pt idx="649">
                  <c:v>13.2</c:v>
                </c:pt>
                <c:pt idx="650">
                  <c:v>18.399999999999999</c:v>
                </c:pt>
                <c:pt idx="651">
                  <c:v>13.7</c:v>
                </c:pt>
                <c:pt idx="652">
                  <c:v>11.2</c:v>
                </c:pt>
                <c:pt idx="653">
                  <c:v>9</c:v>
                </c:pt>
                <c:pt idx="654">
                  <c:v>19.2</c:v>
                </c:pt>
                <c:pt idx="655">
                  <c:v>17.8</c:v>
                </c:pt>
                <c:pt idx="656">
                  <c:v>20.9</c:v>
                </c:pt>
                <c:pt idx="657">
                  <c:v>8.1</c:v>
                </c:pt>
                <c:pt idx="658">
                  <c:v>19.3</c:v>
                </c:pt>
                <c:pt idx="659">
                  <c:v>9.1</c:v>
                </c:pt>
                <c:pt idx="660">
                  <c:v>23.7</c:v>
                </c:pt>
                <c:pt idx="661">
                  <c:v>6.9</c:v>
                </c:pt>
                <c:pt idx="662">
                  <c:v>17.100000000000001</c:v>
                </c:pt>
                <c:pt idx="663">
                  <c:v>20.8</c:v>
                </c:pt>
                <c:pt idx="664">
                  <c:v>11.9</c:v>
                </c:pt>
                <c:pt idx="665">
                  <c:v>21.1</c:v>
                </c:pt>
                <c:pt idx="666">
                  <c:v>12.9</c:v>
                </c:pt>
                <c:pt idx="667">
                  <c:v>22.8</c:v>
                </c:pt>
                <c:pt idx="668">
                  <c:v>13.3</c:v>
                </c:pt>
                <c:pt idx="669">
                  <c:v>18.899999999999999</c:v>
                </c:pt>
                <c:pt idx="670">
                  <c:v>22.9</c:v>
                </c:pt>
                <c:pt idx="671">
                  <c:v>13.3</c:v>
                </c:pt>
                <c:pt idx="672">
                  <c:v>10.6</c:v>
                </c:pt>
                <c:pt idx="673">
                  <c:v>17.8</c:v>
                </c:pt>
                <c:pt idx="674">
                  <c:v>20.9</c:v>
                </c:pt>
                <c:pt idx="675">
                  <c:v>16</c:v>
                </c:pt>
                <c:pt idx="676">
                  <c:v>10</c:v>
                </c:pt>
                <c:pt idx="677">
                  <c:v>17.3</c:v>
                </c:pt>
                <c:pt idx="678">
                  <c:v>13.7</c:v>
                </c:pt>
                <c:pt idx="679">
                  <c:v>15.7</c:v>
                </c:pt>
                <c:pt idx="680">
                  <c:v>10.5</c:v>
                </c:pt>
                <c:pt idx="681">
                  <c:v>16.3</c:v>
                </c:pt>
                <c:pt idx="682">
                  <c:v>23.6</c:v>
                </c:pt>
                <c:pt idx="683">
                  <c:v>18.100000000000001</c:v>
                </c:pt>
                <c:pt idx="684">
                  <c:v>10.8</c:v>
                </c:pt>
                <c:pt idx="685">
                  <c:v>18.399999999999999</c:v>
                </c:pt>
                <c:pt idx="686">
                  <c:v>10</c:v>
                </c:pt>
                <c:pt idx="687">
                  <c:v>9.1</c:v>
                </c:pt>
                <c:pt idx="688">
                  <c:v>13.1</c:v>
                </c:pt>
                <c:pt idx="689">
                  <c:v>8.9</c:v>
                </c:pt>
                <c:pt idx="690">
                  <c:v>8.4</c:v>
                </c:pt>
                <c:pt idx="691">
                  <c:v>6.9</c:v>
                </c:pt>
                <c:pt idx="692">
                  <c:v>16.5</c:v>
                </c:pt>
                <c:pt idx="693">
                  <c:v>16.600000000000001</c:v>
                </c:pt>
                <c:pt idx="694">
                  <c:v>18.8</c:v>
                </c:pt>
                <c:pt idx="695">
                  <c:v>6.9</c:v>
                </c:pt>
                <c:pt idx="696">
                  <c:v>10.1</c:v>
                </c:pt>
                <c:pt idx="697">
                  <c:v>12.1</c:v>
                </c:pt>
                <c:pt idx="698">
                  <c:v>6.9</c:v>
                </c:pt>
                <c:pt idx="699">
                  <c:v>15.5</c:v>
                </c:pt>
                <c:pt idx="700">
                  <c:v>8.8000000000000007</c:v>
                </c:pt>
                <c:pt idx="701">
                  <c:v>18.2</c:v>
                </c:pt>
                <c:pt idx="702">
                  <c:v>9.5</c:v>
                </c:pt>
                <c:pt idx="703">
                  <c:v>11.4</c:v>
                </c:pt>
                <c:pt idx="704">
                  <c:v>20.9</c:v>
                </c:pt>
                <c:pt idx="705">
                  <c:v>19.3</c:v>
                </c:pt>
                <c:pt idx="706">
                  <c:v>23.9</c:v>
                </c:pt>
                <c:pt idx="707">
                  <c:v>17.899999999999999</c:v>
                </c:pt>
                <c:pt idx="708">
                  <c:v>17.100000000000001</c:v>
                </c:pt>
                <c:pt idx="709">
                  <c:v>21.3</c:v>
                </c:pt>
                <c:pt idx="710">
                  <c:v>16</c:v>
                </c:pt>
                <c:pt idx="711">
                  <c:v>22</c:v>
                </c:pt>
                <c:pt idx="712">
                  <c:v>10.6</c:v>
                </c:pt>
                <c:pt idx="713">
                  <c:v>18.100000000000001</c:v>
                </c:pt>
                <c:pt idx="714">
                  <c:v>16.899999999999999</c:v>
                </c:pt>
                <c:pt idx="715">
                  <c:v>19.8</c:v>
                </c:pt>
                <c:pt idx="716">
                  <c:v>19.399999999999999</c:v>
                </c:pt>
                <c:pt idx="717">
                  <c:v>21.3</c:v>
                </c:pt>
                <c:pt idx="718">
                  <c:v>22.7</c:v>
                </c:pt>
                <c:pt idx="719">
                  <c:v>10.7</c:v>
                </c:pt>
                <c:pt idx="720">
                  <c:v>9.1</c:v>
                </c:pt>
                <c:pt idx="721">
                  <c:v>22</c:v>
                </c:pt>
                <c:pt idx="722">
                  <c:v>7.6</c:v>
                </c:pt>
                <c:pt idx="723">
                  <c:v>8.6</c:v>
                </c:pt>
                <c:pt idx="724">
                  <c:v>22.2</c:v>
                </c:pt>
                <c:pt idx="725">
                  <c:v>11.3</c:v>
                </c:pt>
                <c:pt idx="726">
                  <c:v>17.399999999999999</c:v>
                </c:pt>
                <c:pt idx="727">
                  <c:v>18</c:v>
                </c:pt>
                <c:pt idx="728">
                  <c:v>21</c:v>
                </c:pt>
                <c:pt idx="729">
                  <c:v>19.100000000000001</c:v>
                </c:pt>
                <c:pt idx="730">
                  <c:v>12.4</c:v>
                </c:pt>
                <c:pt idx="731">
                  <c:v>23.2</c:v>
                </c:pt>
                <c:pt idx="732">
                  <c:v>12.8</c:v>
                </c:pt>
                <c:pt idx="733">
                  <c:v>11.7</c:v>
                </c:pt>
                <c:pt idx="734">
                  <c:v>15.6</c:v>
                </c:pt>
                <c:pt idx="735">
                  <c:v>11.9</c:v>
                </c:pt>
                <c:pt idx="736">
                  <c:v>11.7</c:v>
                </c:pt>
                <c:pt idx="737">
                  <c:v>18.5</c:v>
                </c:pt>
                <c:pt idx="738">
                  <c:v>19.100000000000001</c:v>
                </c:pt>
                <c:pt idx="739">
                  <c:v>14</c:v>
                </c:pt>
                <c:pt idx="740">
                  <c:v>23.3</c:v>
                </c:pt>
                <c:pt idx="741">
                  <c:v>7.5</c:v>
                </c:pt>
                <c:pt idx="742">
                  <c:v>10.199999999999999</c:v>
                </c:pt>
                <c:pt idx="743">
                  <c:v>18.399999999999999</c:v>
                </c:pt>
                <c:pt idx="744">
                  <c:v>20.6</c:v>
                </c:pt>
                <c:pt idx="745">
                  <c:v>14.4</c:v>
                </c:pt>
                <c:pt idx="746">
                  <c:v>22.4</c:v>
                </c:pt>
                <c:pt idx="747">
                  <c:v>18.600000000000001</c:v>
                </c:pt>
                <c:pt idx="748">
                  <c:v>14.2</c:v>
                </c:pt>
                <c:pt idx="749">
                  <c:v>16.5</c:v>
                </c:pt>
                <c:pt idx="750">
                  <c:v>15.1</c:v>
                </c:pt>
                <c:pt idx="751">
                  <c:v>12.4</c:v>
                </c:pt>
                <c:pt idx="752">
                  <c:v>13</c:v>
                </c:pt>
                <c:pt idx="753">
                  <c:v>20.6</c:v>
                </c:pt>
                <c:pt idx="754">
                  <c:v>14.6</c:v>
                </c:pt>
                <c:pt idx="755">
                  <c:v>8.3000000000000007</c:v>
                </c:pt>
                <c:pt idx="756">
                  <c:v>7.1</c:v>
                </c:pt>
                <c:pt idx="757">
                  <c:v>12.2</c:v>
                </c:pt>
                <c:pt idx="758">
                  <c:v>22.3</c:v>
                </c:pt>
                <c:pt idx="759">
                  <c:v>13.8</c:v>
                </c:pt>
                <c:pt idx="760">
                  <c:v>16.600000000000001</c:v>
                </c:pt>
                <c:pt idx="761">
                  <c:v>20.9</c:v>
                </c:pt>
                <c:pt idx="762">
                  <c:v>21.8</c:v>
                </c:pt>
                <c:pt idx="763">
                  <c:v>13.3</c:v>
                </c:pt>
                <c:pt idx="764">
                  <c:v>14.7</c:v>
                </c:pt>
                <c:pt idx="765">
                  <c:v>7.6</c:v>
                </c:pt>
                <c:pt idx="766">
                  <c:v>17.600000000000001</c:v>
                </c:pt>
                <c:pt idx="767">
                  <c:v>12.9</c:v>
                </c:pt>
                <c:pt idx="768">
                  <c:v>20.9</c:v>
                </c:pt>
                <c:pt idx="769">
                  <c:v>20.9</c:v>
                </c:pt>
                <c:pt idx="770">
                  <c:v>23.2</c:v>
                </c:pt>
                <c:pt idx="771">
                  <c:v>16.3</c:v>
                </c:pt>
                <c:pt idx="772">
                  <c:v>15.4</c:v>
                </c:pt>
                <c:pt idx="773">
                  <c:v>8.9</c:v>
                </c:pt>
                <c:pt idx="774">
                  <c:v>13.2</c:v>
                </c:pt>
                <c:pt idx="775">
                  <c:v>8.6</c:v>
                </c:pt>
                <c:pt idx="776">
                  <c:v>16.2</c:v>
                </c:pt>
                <c:pt idx="777">
                  <c:v>7.8</c:v>
                </c:pt>
                <c:pt idx="778">
                  <c:v>6.8</c:v>
                </c:pt>
                <c:pt idx="779">
                  <c:v>9.1</c:v>
                </c:pt>
                <c:pt idx="780">
                  <c:v>12.4</c:v>
                </c:pt>
                <c:pt idx="781">
                  <c:v>12.9</c:v>
                </c:pt>
                <c:pt idx="782">
                  <c:v>17.600000000000001</c:v>
                </c:pt>
                <c:pt idx="783">
                  <c:v>12</c:v>
                </c:pt>
                <c:pt idx="784">
                  <c:v>19.100000000000001</c:v>
                </c:pt>
                <c:pt idx="785">
                  <c:v>9.1999999999999993</c:v>
                </c:pt>
                <c:pt idx="786">
                  <c:v>22.6</c:v>
                </c:pt>
                <c:pt idx="787">
                  <c:v>23.9</c:v>
                </c:pt>
                <c:pt idx="788">
                  <c:v>13.2</c:v>
                </c:pt>
                <c:pt idx="789">
                  <c:v>12</c:v>
                </c:pt>
                <c:pt idx="790">
                  <c:v>20.5</c:v>
                </c:pt>
                <c:pt idx="791">
                  <c:v>13.5</c:v>
                </c:pt>
                <c:pt idx="792">
                  <c:v>8.4</c:v>
                </c:pt>
                <c:pt idx="793">
                  <c:v>23.1</c:v>
                </c:pt>
                <c:pt idx="794">
                  <c:v>12.4</c:v>
                </c:pt>
                <c:pt idx="795">
                  <c:v>16.7</c:v>
                </c:pt>
                <c:pt idx="796">
                  <c:v>16.3</c:v>
                </c:pt>
                <c:pt idx="797">
                  <c:v>20</c:v>
                </c:pt>
                <c:pt idx="798">
                  <c:v>20.3</c:v>
                </c:pt>
                <c:pt idx="799">
                  <c:v>10.7</c:v>
                </c:pt>
                <c:pt idx="800">
                  <c:v>6.1</c:v>
                </c:pt>
                <c:pt idx="801">
                  <c:v>16.5</c:v>
                </c:pt>
                <c:pt idx="802">
                  <c:v>17.3</c:v>
                </c:pt>
                <c:pt idx="803">
                  <c:v>9.5</c:v>
                </c:pt>
                <c:pt idx="804">
                  <c:v>16.7</c:v>
                </c:pt>
                <c:pt idx="805">
                  <c:v>16.3</c:v>
                </c:pt>
                <c:pt idx="806">
                  <c:v>11.5</c:v>
                </c:pt>
                <c:pt idx="807">
                  <c:v>7.5</c:v>
                </c:pt>
                <c:pt idx="808">
                  <c:v>11.1</c:v>
                </c:pt>
                <c:pt idx="809">
                  <c:v>18</c:v>
                </c:pt>
                <c:pt idx="810">
                  <c:v>22</c:v>
                </c:pt>
                <c:pt idx="811">
                  <c:v>22.8</c:v>
                </c:pt>
                <c:pt idx="812">
                  <c:v>6.9</c:v>
                </c:pt>
                <c:pt idx="813">
                  <c:v>8.5</c:v>
                </c:pt>
                <c:pt idx="814">
                  <c:v>19.600000000000001</c:v>
                </c:pt>
                <c:pt idx="815">
                  <c:v>23.6</c:v>
                </c:pt>
                <c:pt idx="816">
                  <c:v>19.8</c:v>
                </c:pt>
                <c:pt idx="817">
                  <c:v>18.100000000000001</c:v>
                </c:pt>
                <c:pt idx="818">
                  <c:v>11.6</c:v>
                </c:pt>
                <c:pt idx="819">
                  <c:v>13.3</c:v>
                </c:pt>
                <c:pt idx="820">
                  <c:v>12.7</c:v>
                </c:pt>
                <c:pt idx="821">
                  <c:v>23.2</c:v>
                </c:pt>
                <c:pt idx="822">
                  <c:v>8</c:v>
                </c:pt>
                <c:pt idx="823">
                  <c:v>11.4</c:v>
                </c:pt>
                <c:pt idx="824">
                  <c:v>18.399999999999999</c:v>
                </c:pt>
                <c:pt idx="825">
                  <c:v>17.600000000000001</c:v>
                </c:pt>
                <c:pt idx="826">
                  <c:v>21.5</c:v>
                </c:pt>
                <c:pt idx="827">
                  <c:v>19.5</c:v>
                </c:pt>
                <c:pt idx="828">
                  <c:v>8.4</c:v>
                </c:pt>
                <c:pt idx="829">
                  <c:v>21.7</c:v>
                </c:pt>
                <c:pt idx="830">
                  <c:v>21.3</c:v>
                </c:pt>
                <c:pt idx="831">
                  <c:v>9.4</c:v>
                </c:pt>
                <c:pt idx="832">
                  <c:v>20.9</c:v>
                </c:pt>
                <c:pt idx="833">
                  <c:v>18.100000000000001</c:v>
                </c:pt>
                <c:pt idx="834">
                  <c:v>8</c:v>
                </c:pt>
                <c:pt idx="835">
                  <c:v>18.2</c:v>
                </c:pt>
                <c:pt idx="836">
                  <c:v>11.4</c:v>
                </c:pt>
                <c:pt idx="837">
                  <c:v>15.8</c:v>
                </c:pt>
                <c:pt idx="838">
                  <c:v>15.4</c:v>
                </c:pt>
                <c:pt idx="839">
                  <c:v>8.5</c:v>
                </c:pt>
                <c:pt idx="840">
                  <c:v>16.7</c:v>
                </c:pt>
                <c:pt idx="841">
                  <c:v>20.8</c:v>
                </c:pt>
                <c:pt idx="842">
                  <c:v>19.5</c:v>
                </c:pt>
                <c:pt idx="843">
                  <c:v>13.8</c:v>
                </c:pt>
                <c:pt idx="844">
                  <c:v>13.5</c:v>
                </c:pt>
                <c:pt idx="845">
                  <c:v>19.399999999999999</c:v>
                </c:pt>
                <c:pt idx="846">
                  <c:v>22.7</c:v>
                </c:pt>
                <c:pt idx="847">
                  <c:v>12.7</c:v>
                </c:pt>
                <c:pt idx="848">
                  <c:v>23.9</c:v>
                </c:pt>
                <c:pt idx="849">
                  <c:v>13.1</c:v>
                </c:pt>
                <c:pt idx="850">
                  <c:v>15.2</c:v>
                </c:pt>
                <c:pt idx="851">
                  <c:v>14.3</c:v>
                </c:pt>
                <c:pt idx="852">
                  <c:v>10.5</c:v>
                </c:pt>
                <c:pt idx="853">
                  <c:v>18.7</c:v>
                </c:pt>
                <c:pt idx="854">
                  <c:v>20.7</c:v>
                </c:pt>
                <c:pt idx="855">
                  <c:v>10.3</c:v>
                </c:pt>
                <c:pt idx="856">
                  <c:v>11.2</c:v>
                </c:pt>
                <c:pt idx="857">
                  <c:v>14.9</c:v>
                </c:pt>
                <c:pt idx="858">
                  <c:v>11.4</c:v>
                </c:pt>
                <c:pt idx="859">
                  <c:v>8.1999999999999993</c:v>
                </c:pt>
                <c:pt idx="860">
                  <c:v>9.4</c:v>
                </c:pt>
                <c:pt idx="861">
                  <c:v>10.4</c:v>
                </c:pt>
                <c:pt idx="862">
                  <c:v>15.2</c:v>
                </c:pt>
                <c:pt idx="863">
                  <c:v>22</c:v>
                </c:pt>
                <c:pt idx="864">
                  <c:v>13.1</c:v>
                </c:pt>
                <c:pt idx="865">
                  <c:v>11.6</c:v>
                </c:pt>
                <c:pt idx="866">
                  <c:v>8.8000000000000007</c:v>
                </c:pt>
                <c:pt idx="867">
                  <c:v>6.7</c:v>
                </c:pt>
                <c:pt idx="868">
                  <c:v>6.8</c:v>
                </c:pt>
                <c:pt idx="869">
                  <c:v>19.7</c:v>
                </c:pt>
                <c:pt idx="870">
                  <c:v>12.2</c:v>
                </c:pt>
                <c:pt idx="871">
                  <c:v>22.5</c:v>
                </c:pt>
                <c:pt idx="872">
                  <c:v>12</c:v>
                </c:pt>
                <c:pt idx="873">
                  <c:v>16.7</c:v>
                </c:pt>
                <c:pt idx="874">
                  <c:v>10.3</c:v>
                </c:pt>
                <c:pt idx="875">
                  <c:v>12.5</c:v>
                </c:pt>
                <c:pt idx="876">
                  <c:v>9.1999999999999993</c:v>
                </c:pt>
                <c:pt idx="877">
                  <c:v>6.5</c:v>
                </c:pt>
                <c:pt idx="878">
                  <c:v>10.3</c:v>
                </c:pt>
                <c:pt idx="879">
                  <c:v>7.6</c:v>
                </c:pt>
                <c:pt idx="880">
                  <c:v>11.5</c:v>
                </c:pt>
                <c:pt idx="881">
                  <c:v>19.3</c:v>
                </c:pt>
                <c:pt idx="882">
                  <c:v>9.5</c:v>
                </c:pt>
                <c:pt idx="883">
                  <c:v>19.7</c:v>
                </c:pt>
                <c:pt idx="884">
                  <c:v>21.9</c:v>
                </c:pt>
                <c:pt idx="885">
                  <c:v>19.399999999999999</c:v>
                </c:pt>
                <c:pt idx="886">
                  <c:v>14</c:v>
                </c:pt>
                <c:pt idx="887">
                  <c:v>19.7</c:v>
                </c:pt>
                <c:pt idx="888">
                  <c:v>12.5</c:v>
                </c:pt>
                <c:pt idx="889">
                  <c:v>20.5</c:v>
                </c:pt>
                <c:pt idx="890">
                  <c:v>18.100000000000001</c:v>
                </c:pt>
                <c:pt idx="891">
                  <c:v>9.4</c:v>
                </c:pt>
                <c:pt idx="892">
                  <c:v>19.5</c:v>
                </c:pt>
                <c:pt idx="893">
                  <c:v>23.2</c:v>
                </c:pt>
                <c:pt idx="894">
                  <c:v>18.7</c:v>
                </c:pt>
                <c:pt idx="895">
                  <c:v>6</c:v>
                </c:pt>
                <c:pt idx="896">
                  <c:v>21.1</c:v>
                </c:pt>
                <c:pt idx="897">
                  <c:v>19.2</c:v>
                </c:pt>
                <c:pt idx="898">
                  <c:v>17.7</c:v>
                </c:pt>
                <c:pt idx="899">
                  <c:v>20.7</c:v>
                </c:pt>
                <c:pt idx="900">
                  <c:v>12.1</c:v>
                </c:pt>
                <c:pt idx="901">
                  <c:v>9.3000000000000007</c:v>
                </c:pt>
                <c:pt idx="902">
                  <c:v>17.399999999999999</c:v>
                </c:pt>
                <c:pt idx="903">
                  <c:v>16.100000000000001</c:v>
                </c:pt>
                <c:pt idx="904">
                  <c:v>18.899999999999999</c:v>
                </c:pt>
                <c:pt idx="905">
                  <c:v>19.100000000000001</c:v>
                </c:pt>
                <c:pt idx="906">
                  <c:v>16.8</c:v>
                </c:pt>
                <c:pt idx="907">
                  <c:v>19.100000000000001</c:v>
                </c:pt>
                <c:pt idx="908">
                  <c:v>18</c:v>
                </c:pt>
                <c:pt idx="909">
                  <c:v>12</c:v>
                </c:pt>
                <c:pt idx="910">
                  <c:v>7.5</c:v>
                </c:pt>
                <c:pt idx="911">
                  <c:v>16</c:v>
                </c:pt>
                <c:pt idx="912">
                  <c:v>11.9</c:v>
                </c:pt>
                <c:pt idx="913">
                  <c:v>22.6</c:v>
                </c:pt>
                <c:pt idx="914">
                  <c:v>7.5</c:v>
                </c:pt>
                <c:pt idx="915">
                  <c:v>14.7</c:v>
                </c:pt>
                <c:pt idx="916">
                  <c:v>10.3</c:v>
                </c:pt>
                <c:pt idx="917">
                  <c:v>16.399999999999999</c:v>
                </c:pt>
                <c:pt idx="918">
                  <c:v>8.1</c:v>
                </c:pt>
                <c:pt idx="919">
                  <c:v>13.6</c:v>
                </c:pt>
                <c:pt idx="920">
                  <c:v>12</c:v>
                </c:pt>
                <c:pt idx="921">
                  <c:v>19.8</c:v>
                </c:pt>
                <c:pt idx="922">
                  <c:v>18.600000000000001</c:v>
                </c:pt>
                <c:pt idx="923">
                  <c:v>19.600000000000001</c:v>
                </c:pt>
                <c:pt idx="924">
                  <c:v>14.7</c:v>
                </c:pt>
                <c:pt idx="925">
                  <c:v>12.2</c:v>
                </c:pt>
                <c:pt idx="926">
                  <c:v>6.3</c:v>
                </c:pt>
                <c:pt idx="927">
                  <c:v>18.3</c:v>
                </c:pt>
                <c:pt idx="928">
                  <c:v>19.8</c:v>
                </c:pt>
                <c:pt idx="929">
                  <c:v>17.2</c:v>
                </c:pt>
                <c:pt idx="930">
                  <c:v>19.7</c:v>
                </c:pt>
                <c:pt idx="931">
                  <c:v>14.5</c:v>
                </c:pt>
                <c:pt idx="932">
                  <c:v>14.4</c:v>
                </c:pt>
                <c:pt idx="933">
                  <c:v>9.6999999999999993</c:v>
                </c:pt>
                <c:pt idx="934">
                  <c:v>6.6</c:v>
                </c:pt>
                <c:pt idx="935">
                  <c:v>15.7</c:v>
                </c:pt>
                <c:pt idx="936">
                  <c:v>22.8</c:v>
                </c:pt>
                <c:pt idx="937">
                  <c:v>22.9</c:v>
                </c:pt>
                <c:pt idx="938">
                  <c:v>22.7</c:v>
                </c:pt>
                <c:pt idx="939">
                  <c:v>13</c:v>
                </c:pt>
                <c:pt idx="940">
                  <c:v>18.899999999999999</c:v>
                </c:pt>
                <c:pt idx="941">
                  <c:v>21.7</c:v>
                </c:pt>
                <c:pt idx="942">
                  <c:v>19.600000000000001</c:v>
                </c:pt>
                <c:pt idx="943">
                  <c:v>10.1</c:v>
                </c:pt>
                <c:pt idx="944">
                  <c:v>12.4</c:v>
                </c:pt>
                <c:pt idx="945">
                  <c:v>8.6999999999999993</c:v>
                </c:pt>
                <c:pt idx="946">
                  <c:v>13.4</c:v>
                </c:pt>
                <c:pt idx="947">
                  <c:v>6.7</c:v>
                </c:pt>
                <c:pt idx="948">
                  <c:v>22.4</c:v>
                </c:pt>
                <c:pt idx="949">
                  <c:v>14.2</c:v>
                </c:pt>
                <c:pt idx="950">
                  <c:v>7.5</c:v>
                </c:pt>
                <c:pt idx="951">
                  <c:v>13.5</c:v>
                </c:pt>
                <c:pt idx="952">
                  <c:v>7</c:v>
                </c:pt>
                <c:pt idx="953">
                  <c:v>21.4</c:v>
                </c:pt>
                <c:pt idx="954">
                  <c:v>20</c:v>
                </c:pt>
                <c:pt idx="955">
                  <c:v>22.9</c:v>
                </c:pt>
                <c:pt idx="956">
                  <c:v>22</c:v>
                </c:pt>
                <c:pt idx="957">
                  <c:v>7.7</c:v>
                </c:pt>
                <c:pt idx="958">
                  <c:v>6.4</c:v>
                </c:pt>
                <c:pt idx="959">
                  <c:v>13.7</c:v>
                </c:pt>
                <c:pt idx="960">
                  <c:v>22.1</c:v>
                </c:pt>
                <c:pt idx="961">
                  <c:v>22</c:v>
                </c:pt>
                <c:pt idx="962">
                  <c:v>23.3</c:v>
                </c:pt>
                <c:pt idx="963">
                  <c:v>8.6</c:v>
                </c:pt>
                <c:pt idx="964">
                  <c:v>24</c:v>
                </c:pt>
                <c:pt idx="965">
                  <c:v>13.9</c:v>
                </c:pt>
                <c:pt idx="966">
                  <c:v>11.5</c:v>
                </c:pt>
                <c:pt idx="967">
                  <c:v>22.4</c:v>
                </c:pt>
                <c:pt idx="968">
                  <c:v>8.9</c:v>
                </c:pt>
                <c:pt idx="969">
                  <c:v>14.1</c:v>
                </c:pt>
                <c:pt idx="970">
                  <c:v>15.7</c:v>
                </c:pt>
                <c:pt idx="971">
                  <c:v>21.4</c:v>
                </c:pt>
                <c:pt idx="972">
                  <c:v>18.5</c:v>
                </c:pt>
                <c:pt idx="973">
                  <c:v>19.899999999999999</c:v>
                </c:pt>
                <c:pt idx="974">
                  <c:v>20.100000000000001</c:v>
                </c:pt>
                <c:pt idx="975">
                  <c:v>20.6</c:v>
                </c:pt>
                <c:pt idx="976">
                  <c:v>6.2</c:v>
                </c:pt>
                <c:pt idx="977">
                  <c:v>16.3</c:v>
                </c:pt>
                <c:pt idx="978">
                  <c:v>16.5</c:v>
                </c:pt>
                <c:pt idx="979">
                  <c:v>13.1</c:v>
                </c:pt>
                <c:pt idx="980">
                  <c:v>10.5</c:v>
                </c:pt>
                <c:pt idx="981">
                  <c:v>11.8</c:v>
                </c:pt>
                <c:pt idx="982">
                  <c:v>6.9</c:v>
                </c:pt>
                <c:pt idx="983">
                  <c:v>14.8</c:v>
                </c:pt>
                <c:pt idx="984">
                  <c:v>13.4</c:v>
                </c:pt>
                <c:pt idx="985">
                  <c:v>18.3</c:v>
                </c:pt>
                <c:pt idx="986">
                  <c:v>7.2</c:v>
                </c:pt>
                <c:pt idx="987">
                  <c:v>6.5</c:v>
                </c:pt>
                <c:pt idx="988">
                  <c:v>23.2</c:v>
                </c:pt>
                <c:pt idx="989">
                  <c:v>15.8</c:v>
                </c:pt>
                <c:pt idx="990">
                  <c:v>13.4</c:v>
                </c:pt>
                <c:pt idx="991">
                  <c:v>23.6</c:v>
                </c:pt>
                <c:pt idx="992">
                  <c:v>11.7</c:v>
                </c:pt>
                <c:pt idx="993">
                  <c:v>21.2</c:v>
                </c:pt>
                <c:pt idx="994">
                  <c:v>18.600000000000001</c:v>
                </c:pt>
                <c:pt idx="995">
                  <c:v>19.8</c:v>
                </c:pt>
                <c:pt idx="996">
                  <c:v>19.100000000000001</c:v>
                </c:pt>
                <c:pt idx="997">
                  <c:v>17</c:v>
                </c:pt>
                <c:pt idx="998">
                  <c:v>10.9</c:v>
                </c:pt>
                <c:pt idx="999">
                  <c:v>16.2</c:v>
                </c:pt>
              </c:numCache>
            </c:numRef>
          </c:xVal>
          <c:yVal>
            <c:numRef>
              <c:f>Clean_Data!$Z$2:$Z$1001</c:f>
              <c:numCache>
                <c:formatCode>General</c:formatCode>
                <c:ptCount val="1000"/>
                <c:pt idx="0">
                  <c:v>14.6</c:v>
                </c:pt>
                <c:pt idx="1">
                  <c:v>15.3</c:v>
                </c:pt>
                <c:pt idx="2">
                  <c:v>3.8</c:v>
                </c:pt>
                <c:pt idx="3">
                  <c:v>5.6</c:v>
                </c:pt>
                <c:pt idx="4">
                  <c:v>17.3</c:v>
                </c:pt>
                <c:pt idx="5">
                  <c:v>17.7</c:v>
                </c:pt>
                <c:pt idx="6">
                  <c:v>16.100000000000001</c:v>
                </c:pt>
                <c:pt idx="7">
                  <c:v>5.2</c:v>
                </c:pt>
                <c:pt idx="8">
                  <c:v>13.5</c:v>
                </c:pt>
                <c:pt idx="9">
                  <c:v>16.100000000000001</c:v>
                </c:pt>
                <c:pt idx="10">
                  <c:v>17.899999999999999</c:v>
                </c:pt>
                <c:pt idx="11">
                  <c:v>13.5</c:v>
                </c:pt>
                <c:pt idx="12">
                  <c:v>9</c:v>
                </c:pt>
                <c:pt idx="13">
                  <c:v>8.9</c:v>
                </c:pt>
                <c:pt idx="14">
                  <c:v>17.7</c:v>
                </c:pt>
                <c:pt idx="15">
                  <c:v>7.4</c:v>
                </c:pt>
                <c:pt idx="16">
                  <c:v>13.8</c:v>
                </c:pt>
                <c:pt idx="17">
                  <c:v>5.6</c:v>
                </c:pt>
                <c:pt idx="18">
                  <c:v>18.2</c:v>
                </c:pt>
                <c:pt idx="19">
                  <c:v>3.7</c:v>
                </c:pt>
                <c:pt idx="20">
                  <c:v>5.0999999999999996</c:v>
                </c:pt>
                <c:pt idx="21">
                  <c:v>14.7</c:v>
                </c:pt>
                <c:pt idx="22">
                  <c:v>17.899999999999999</c:v>
                </c:pt>
                <c:pt idx="23">
                  <c:v>15.7</c:v>
                </c:pt>
                <c:pt idx="24">
                  <c:v>13.5</c:v>
                </c:pt>
                <c:pt idx="25">
                  <c:v>7.3</c:v>
                </c:pt>
                <c:pt idx="26">
                  <c:v>4.8</c:v>
                </c:pt>
                <c:pt idx="27">
                  <c:v>9.4</c:v>
                </c:pt>
                <c:pt idx="28">
                  <c:v>5</c:v>
                </c:pt>
                <c:pt idx="29">
                  <c:v>11.5</c:v>
                </c:pt>
                <c:pt idx="30">
                  <c:v>10.3</c:v>
                </c:pt>
                <c:pt idx="31">
                  <c:v>12.7</c:v>
                </c:pt>
                <c:pt idx="32">
                  <c:v>4.7</c:v>
                </c:pt>
                <c:pt idx="33">
                  <c:v>7.8</c:v>
                </c:pt>
                <c:pt idx="34">
                  <c:v>10</c:v>
                </c:pt>
                <c:pt idx="35">
                  <c:v>17.7</c:v>
                </c:pt>
                <c:pt idx="36">
                  <c:v>18.8</c:v>
                </c:pt>
                <c:pt idx="37">
                  <c:v>6.2</c:v>
                </c:pt>
                <c:pt idx="38">
                  <c:v>5</c:v>
                </c:pt>
                <c:pt idx="39">
                  <c:v>11.2</c:v>
                </c:pt>
                <c:pt idx="40">
                  <c:v>4.0999999999999996</c:v>
                </c:pt>
                <c:pt idx="41">
                  <c:v>14.6</c:v>
                </c:pt>
                <c:pt idx="42">
                  <c:v>8.9</c:v>
                </c:pt>
                <c:pt idx="43">
                  <c:v>15.4</c:v>
                </c:pt>
                <c:pt idx="44">
                  <c:v>12.8</c:v>
                </c:pt>
                <c:pt idx="45">
                  <c:v>5.8</c:v>
                </c:pt>
                <c:pt idx="46">
                  <c:v>9.1</c:v>
                </c:pt>
                <c:pt idx="47">
                  <c:v>9.4</c:v>
                </c:pt>
                <c:pt idx="48">
                  <c:v>6.9</c:v>
                </c:pt>
                <c:pt idx="49">
                  <c:v>13.6</c:v>
                </c:pt>
                <c:pt idx="50">
                  <c:v>5.4</c:v>
                </c:pt>
                <c:pt idx="51">
                  <c:v>16.399999999999999</c:v>
                </c:pt>
                <c:pt idx="52">
                  <c:v>3.6</c:v>
                </c:pt>
                <c:pt idx="53">
                  <c:v>17</c:v>
                </c:pt>
                <c:pt idx="54">
                  <c:v>16.600000000000001</c:v>
                </c:pt>
                <c:pt idx="55">
                  <c:v>13.9</c:v>
                </c:pt>
                <c:pt idx="56">
                  <c:v>6.1</c:v>
                </c:pt>
                <c:pt idx="57">
                  <c:v>19.100000000000001</c:v>
                </c:pt>
                <c:pt idx="58">
                  <c:v>3.3</c:v>
                </c:pt>
                <c:pt idx="59">
                  <c:v>18.7</c:v>
                </c:pt>
                <c:pt idx="60">
                  <c:v>10.199999999999999</c:v>
                </c:pt>
                <c:pt idx="61">
                  <c:v>4.9000000000000004</c:v>
                </c:pt>
                <c:pt idx="62">
                  <c:v>17.8</c:v>
                </c:pt>
                <c:pt idx="63">
                  <c:v>8.6999999999999993</c:v>
                </c:pt>
                <c:pt idx="64">
                  <c:v>12.1</c:v>
                </c:pt>
                <c:pt idx="65">
                  <c:v>10.7</c:v>
                </c:pt>
                <c:pt idx="66">
                  <c:v>11.5</c:v>
                </c:pt>
                <c:pt idx="67">
                  <c:v>13.7</c:v>
                </c:pt>
                <c:pt idx="68">
                  <c:v>5.5</c:v>
                </c:pt>
                <c:pt idx="69">
                  <c:v>13.1</c:v>
                </c:pt>
                <c:pt idx="70">
                  <c:v>6.5</c:v>
                </c:pt>
                <c:pt idx="71">
                  <c:v>4.0999999999999996</c:v>
                </c:pt>
                <c:pt idx="72">
                  <c:v>9.8000000000000007</c:v>
                </c:pt>
                <c:pt idx="73">
                  <c:v>19.100000000000001</c:v>
                </c:pt>
                <c:pt idx="74">
                  <c:v>3.4</c:v>
                </c:pt>
                <c:pt idx="75">
                  <c:v>6.8</c:v>
                </c:pt>
                <c:pt idx="76">
                  <c:v>16.600000000000001</c:v>
                </c:pt>
                <c:pt idx="77">
                  <c:v>7.1</c:v>
                </c:pt>
                <c:pt idx="78">
                  <c:v>14.4</c:v>
                </c:pt>
                <c:pt idx="79">
                  <c:v>4.5</c:v>
                </c:pt>
                <c:pt idx="80">
                  <c:v>10.199999999999999</c:v>
                </c:pt>
                <c:pt idx="81">
                  <c:v>9.5</c:v>
                </c:pt>
                <c:pt idx="82">
                  <c:v>12.4</c:v>
                </c:pt>
                <c:pt idx="83">
                  <c:v>5.4</c:v>
                </c:pt>
                <c:pt idx="84">
                  <c:v>10.199999999999999</c:v>
                </c:pt>
                <c:pt idx="85">
                  <c:v>7.4</c:v>
                </c:pt>
                <c:pt idx="86">
                  <c:v>5.9</c:v>
                </c:pt>
                <c:pt idx="87">
                  <c:v>12.8</c:v>
                </c:pt>
                <c:pt idx="88">
                  <c:v>6.5</c:v>
                </c:pt>
                <c:pt idx="89">
                  <c:v>13.2</c:v>
                </c:pt>
                <c:pt idx="90">
                  <c:v>10.1</c:v>
                </c:pt>
                <c:pt idx="91">
                  <c:v>15.5</c:v>
                </c:pt>
                <c:pt idx="92">
                  <c:v>7.9</c:v>
                </c:pt>
                <c:pt idx="93">
                  <c:v>11.1</c:v>
                </c:pt>
                <c:pt idx="94">
                  <c:v>3.5</c:v>
                </c:pt>
                <c:pt idx="95">
                  <c:v>13.1</c:v>
                </c:pt>
                <c:pt idx="96">
                  <c:v>15.4</c:v>
                </c:pt>
                <c:pt idx="97">
                  <c:v>16.899999999999999</c:v>
                </c:pt>
                <c:pt idx="98">
                  <c:v>9.1</c:v>
                </c:pt>
                <c:pt idx="99">
                  <c:v>10.6</c:v>
                </c:pt>
                <c:pt idx="100">
                  <c:v>16.7</c:v>
                </c:pt>
                <c:pt idx="101">
                  <c:v>11.3</c:v>
                </c:pt>
                <c:pt idx="102">
                  <c:v>15</c:v>
                </c:pt>
                <c:pt idx="103">
                  <c:v>3.6</c:v>
                </c:pt>
                <c:pt idx="104">
                  <c:v>19.100000000000001</c:v>
                </c:pt>
                <c:pt idx="105">
                  <c:v>17.100000000000001</c:v>
                </c:pt>
                <c:pt idx="106">
                  <c:v>4.3</c:v>
                </c:pt>
                <c:pt idx="107">
                  <c:v>8.4</c:v>
                </c:pt>
                <c:pt idx="108">
                  <c:v>18.100000000000001</c:v>
                </c:pt>
                <c:pt idx="109">
                  <c:v>3.4</c:v>
                </c:pt>
                <c:pt idx="110">
                  <c:v>20</c:v>
                </c:pt>
                <c:pt idx="111">
                  <c:v>13.7</c:v>
                </c:pt>
                <c:pt idx="112">
                  <c:v>10.199999999999999</c:v>
                </c:pt>
                <c:pt idx="113">
                  <c:v>7.9</c:v>
                </c:pt>
                <c:pt idx="114">
                  <c:v>19.8</c:v>
                </c:pt>
                <c:pt idx="115">
                  <c:v>19.100000000000001</c:v>
                </c:pt>
                <c:pt idx="116">
                  <c:v>19.100000000000001</c:v>
                </c:pt>
                <c:pt idx="117">
                  <c:v>6.9</c:v>
                </c:pt>
                <c:pt idx="118">
                  <c:v>6.9</c:v>
                </c:pt>
                <c:pt idx="119">
                  <c:v>9</c:v>
                </c:pt>
                <c:pt idx="120">
                  <c:v>19.899999999999999</c:v>
                </c:pt>
                <c:pt idx="121">
                  <c:v>5.6</c:v>
                </c:pt>
                <c:pt idx="122">
                  <c:v>13.1</c:v>
                </c:pt>
                <c:pt idx="123">
                  <c:v>5.2</c:v>
                </c:pt>
                <c:pt idx="124">
                  <c:v>14.1</c:v>
                </c:pt>
                <c:pt idx="125">
                  <c:v>7.4</c:v>
                </c:pt>
                <c:pt idx="126">
                  <c:v>14.6</c:v>
                </c:pt>
                <c:pt idx="127">
                  <c:v>13.1</c:v>
                </c:pt>
                <c:pt idx="128">
                  <c:v>7.5</c:v>
                </c:pt>
                <c:pt idx="129">
                  <c:v>17.7</c:v>
                </c:pt>
                <c:pt idx="130">
                  <c:v>13.5</c:v>
                </c:pt>
                <c:pt idx="131">
                  <c:v>3.5</c:v>
                </c:pt>
                <c:pt idx="132">
                  <c:v>5.7</c:v>
                </c:pt>
                <c:pt idx="133">
                  <c:v>7.9</c:v>
                </c:pt>
                <c:pt idx="134">
                  <c:v>13.8</c:v>
                </c:pt>
                <c:pt idx="135">
                  <c:v>12.2</c:v>
                </c:pt>
                <c:pt idx="136">
                  <c:v>4.7</c:v>
                </c:pt>
                <c:pt idx="137">
                  <c:v>15</c:v>
                </c:pt>
                <c:pt idx="138">
                  <c:v>3.8</c:v>
                </c:pt>
                <c:pt idx="139">
                  <c:v>5.2</c:v>
                </c:pt>
                <c:pt idx="140">
                  <c:v>11.3</c:v>
                </c:pt>
                <c:pt idx="141">
                  <c:v>20</c:v>
                </c:pt>
                <c:pt idx="142">
                  <c:v>14.8</c:v>
                </c:pt>
                <c:pt idx="143">
                  <c:v>7.6</c:v>
                </c:pt>
                <c:pt idx="144">
                  <c:v>10.1</c:v>
                </c:pt>
                <c:pt idx="145">
                  <c:v>10</c:v>
                </c:pt>
                <c:pt idx="146">
                  <c:v>14.1</c:v>
                </c:pt>
                <c:pt idx="147">
                  <c:v>6.2</c:v>
                </c:pt>
                <c:pt idx="148">
                  <c:v>15.9</c:v>
                </c:pt>
                <c:pt idx="149">
                  <c:v>13.5</c:v>
                </c:pt>
                <c:pt idx="150">
                  <c:v>14.7</c:v>
                </c:pt>
                <c:pt idx="151">
                  <c:v>12.9</c:v>
                </c:pt>
                <c:pt idx="152">
                  <c:v>3.2</c:v>
                </c:pt>
                <c:pt idx="153">
                  <c:v>8</c:v>
                </c:pt>
                <c:pt idx="154">
                  <c:v>11.2</c:v>
                </c:pt>
                <c:pt idx="155">
                  <c:v>11.5</c:v>
                </c:pt>
                <c:pt idx="156">
                  <c:v>8.5</c:v>
                </c:pt>
                <c:pt idx="157">
                  <c:v>4.3</c:v>
                </c:pt>
                <c:pt idx="158">
                  <c:v>16.600000000000001</c:v>
                </c:pt>
                <c:pt idx="159">
                  <c:v>15</c:v>
                </c:pt>
                <c:pt idx="160">
                  <c:v>15.1</c:v>
                </c:pt>
                <c:pt idx="161">
                  <c:v>16.899999999999999</c:v>
                </c:pt>
                <c:pt idx="162">
                  <c:v>10.7</c:v>
                </c:pt>
                <c:pt idx="163">
                  <c:v>4</c:v>
                </c:pt>
                <c:pt idx="164">
                  <c:v>19.600000000000001</c:v>
                </c:pt>
                <c:pt idx="165">
                  <c:v>11.5</c:v>
                </c:pt>
                <c:pt idx="166">
                  <c:v>19.600000000000001</c:v>
                </c:pt>
                <c:pt idx="167">
                  <c:v>3.5</c:v>
                </c:pt>
                <c:pt idx="168">
                  <c:v>15.6</c:v>
                </c:pt>
                <c:pt idx="169">
                  <c:v>3.7</c:v>
                </c:pt>
                <c:pt idx="170">
                  <c:v>11.3</c:v>
                </c:pt>
                <c:pt idx="171">
                  <c:v>13.1</c:v>
                </c:pt>
                <c:pt idx="172">
                  <c:v>15.5</c:v>
                </c:pt>
                <c:pt idx="173">
                  <c:v>7</c:v>
                </c:pt>
                <c:pt idx="174">
                  <c:v>7.2</c:v>
                </c:pt>
                <c:pt idx="175">
                  <c:v>13.1</c:v>
                </c:pt>
                <c:pt idx="176">
                  <c:v>14.2</c:v>
                </c:pt>
                <c:pt idx="177">
                  <c:v>10.7</c:v>
                </c:pt>
                <c:pt idx="178">
                  <c:v>8.6999999999999993</c:v>
                </c:pt>
                <c:pt idx="179">
                  <c:v>15</c:v>
                </c:pt>
                <c:pt idx="180">
                  <c:v>14.3</c:v>
                </c:pt>
                <c:pt idx="181">
                  <c:v>17.8</c:v>
                </c:pt>
                <c:pt idx="182">
                  <c:v>12</c:v>
                </c:pt>
                <c:pt idx="183">
                  <c:v>18.899999999999999</c:v>
                </c:pt>
                <c:pt idx="184">
                  <c:v>19.8</c:v>
                </c:pt>
                <c:pt idx="185">
                  <c:v>17.8</c:v>
                </c:pt>
                <c:pt idx="186">
                  <c:v>5.4</c:v>
                </c:pt>
                <c:pt idx="187">
                  <c:v>14.4</c:v>
                </c:pt>
                <c:pt idx="188">
                  <c:v>17.8</c:v>
                </c:pt>
                <c:pt idx="189">
                  <c:v>14.6</c:v>
                </c:pt>
                <c:pt idx="190">
                  <c:v>3.5</c:v>
                </c:pt>
                <c:pt idx="191">
                  <c:v>14.2</c:v>
                </c:pt>
                <c:pt idx="192">
                  <c:v>20</c:v>
                </c:pt>
                <c:pt idx="193">
                  <c:v>16.3</c:v>
                </c:pt>
                <c:pt idx="194">
                  <c:v>8.6</c:v>
                </c:pt>
                <c:pt idx="195">
                  <c:v>10.4</c:v>
                </c:pt>
                <c:pt idx="196">
                  <c:v>8.5</c:v>
                </c:pt>
                <c:pt idx="197">
                  <c:v>10.6</c:v>
                </c:pt>
                <c:pt idx="198">
                  <c:v>13.3</c:v>
                </c:pt>
                <c:pt idx="199">
                  <c:v>17.7</c:v>
                </c:pt>
                <c:pt idx="200">
                  <c:v>9.5</c:v>
                </c:pt>
                <c:pt idx="201">
                  <c:v>16</c:v>
                </c:pt>
                <c:pt idx="202">
                  <c:v>6.3</c:v>
                </c:pt>
                <c:pt idx="203">
                  <c:v>18.8</c:v>
                </c:pt>
                <c:pt idx="204">
                  <c:v>11.3</c:v>
                </c:pt>
                <c:pt idx="205">
                  <c:v>12.2</c:v>
                </c:pt>
                <c:pt idx="206">
                  <c:v>10</c:v>
                </c:pt>
                <c:pt idx="207">
                  <c:v>11.9</c:v>
                </c:pt>
                <c:pt idx="208">
                  <c:v>19.399999999999999</c:v>
                </c:pt>
                <c:pt idx="209">
                  <c:v>13.8</c:v>
                </c:pt>
                <c:pt idx="210">
                  <c:v>6.9</c:v>
                </c:pt>
                <c:pt idx="211">
                  <c:v>18.3</c:v>
                </c:pt>
                <c:pt idx="212">
                  <c:v>17</c:v>
                </c:pt>
                <c:pt idx="213">
                  <c:v>10.7</c:v>
                </c:pt>
                <c:pt idx="214">
                  <c:v>6.7</c:v>
                </c:pt>
                <c:pt idx="215">
                  <c:v>12.3</c:v>
                </c:pt>
                <c:pt idx="216">
                  <c:v>19.8</c:v>
                </c:pt>
                <c:pt idx="217">
                  <c:v>15.2</c:v>
                </c:pt>
                <c:pt idx="218">
                  <c:v>15.3</c:v>
                </c:pt>
                <c:pt idx="219">
                  <c:v>18.2</c:v>
                </c:pt>
                <c:pt idx="220">
                  <c:v>4.2</c:v>
                </c:pt>
                <c:pt idx="221">
                  <c:v>12.2</c:v>
                </c:pt>
                <c:pt idx="222">
                  <c:v>8.6999999999999993</c:v>
                </c:pt>
                <c:pt idx="223">
                  <c:v>15.4</c:v>
                </c:pt>
                <c:pt idx="224">
                  <c:v>6</c:v>
                </c:pt>
                <c:pt idx="225">
                  <c:v>10.7</c:v>
                </c:pt>
                <c:pt idx="226">
                  <c:v>18.8</c:v>
                </c:pt>
                <c:pt idx="227">
                  <c:v>18.8</c:v>
                </c:pt>
                <c:pt idx="228">
                  <c:v>4.5</c:v>
                </c:pt>
                <c:pt idx="229">
                  <c:v>15</c:v>
                </c:pt>
                <c:pt idx="230">
                  <c:v>4.5</c:v>
                </c:pt>
                <c:pt idx="231">
                  <c:v>10.6</c:v>
                </c:pt>
                <c:pt idx="232">
                  <c:v>19.899999999999999</c:v>
                </c:pt>
                <c:pt idx="233">
                  <c:v>16.899999999999999</c:v>
                </c:pt>
                <c:pt idx="234">
                  <c:v>16.399999999999999</c:v>
                </c:pt>
                <c:pt idx="235">
                  <c:v>14.8</c:v>
                </c:pt>
                <c:pt idx="236">
                  <c:v>5.3</c:v>
                </c:pt>
                <c:pt idx="237">
                  <c:v>16</c:v>
                </c:pt>
                <c:pt idx="238">
                  <c:v>9.1999999999999993</c:v>
                </c:pt>
                <c:pt idx="239">
                  <c:v>12.3</c:v>
                </c:pt>
                <c:pt idx="240">
                  <c:v>10.5</c:v>
                </c:pt>
                <c:pt idx="241">
                  <c:v>14.1</c:v>
                </c:pt>
                <c:pt idx="242">
                  <c:v>4</c:v>
                </c:pt>
                <c:pt idx="243">
                  <c:v>7.1</c:v>
                </c:pt>
                <c:pt idx="244">
                  <c:v>14.8</c:v>
                </c:pt>
                <c:pt idx="245">
                  <c:v>13.5</c:v>
                </c:pt>
                <c:pt idx="246">
                  <c:v>5.2</c:v>
                </c:pt>
                <c:pt idx="247">
                  <c:v>10</c:v>
                </c:pt>
                <c:pt idx="248">
                  <c:v>10.1</c:v>
                </c:pt>
                <c:pt idx="249">
                  <c:v>5.3</c:v>
                </c:pt>
                <c:pt idx="250">
                  <c:v>19.600000000000001</c:v>
                </c:pt>
                <c:pt idx="251">
                  <c:v>12.3</c:v>
                </c:pt>
                <c:pt idx="252">
                  <c:v>5.6</c:v>
                </c:pt>
                <c:pt idx="253">
                  <c:v>9.6999999999999993</c:v>
                </c:pt>
                <c:pt idx="254">
                  <c:v>16.399999999999999</c:v>
                </c:pt>
                <c:pt idx="255">
                  <c:v>17.3</c:v>
                </c:pt>
                <c:pt idx="256">
                  <c:v>14.2</c:v>
                </c:pt>
                <c:pt idx="257">
                  <c:v>11.8</c:v>
                </c:pt>
                <c:pt idx="258">
                  <c:v>3.7</c:v>
                </c:pt>
                <c:pt idx="259">
                  <c:v>3.2</c:v>
                </c:pt>
                <c:pt idx="260">
                  <c:v>8.9</c:v>
                </c:pt>
                <c:pt idx="261">
                  <c:v>4.7</c:v>
                </c:pt>
                <c:pt idx="262">
                  <c:v>4.4000000000000004</c:v>
                </c:pt>
                <c:pt idx="263">
                  <c:v>9.5</c:v>
                </c:pt>
                <c:pt idx="264">
                  <c:v>13.9</c:v>
                </c:pt>
                <c:pt idx="265">
                  <c:v>8</c:v>
                </c:pt>
                <c:pt idx="266">
                  <c:v>16.8</c:v>
                </c:pt>
                <c:pt idx="267">
                  <c:v>6.8</c:v>
                </c:pt>
                <c:pt idx="268">
                  <c:v>19</c:v>
                </c:pt>
                <c:pt idx="269">
                  <c:v>14</c:v>
                </c:pt>
                <c:pt idx="270">
                  <c:v>18.600000000000001</c:v>
                </c:pt>
                <c:pt idx="271">
                  <c:v>15.4</c:v>
                </c:pt>
                <c:pt idx="272">
                  <c:v>19.7</c:v>
                </c:pt>
                <c:pt idx="273">
                  <c:v>15.3</c:v>
                </c:pt>
                <c:pt idx="274">
                  <c:v>15.5</c:v>
                </c:pt>
                <c:pt idx="275">
                  <c:v>12.6</c:v>
                </c:pt>
                <c:pt idx="276">
                  <c:v>5.7</c:v>
                </c:pt>
                <c:pt idx="277">
                  <c:v>19.899999999999999</c:v>
                </c:pt>
                <c:pt idx="278">
                  <c:v>12.4</c:v>
                </c:pt>
                <c:pt idx="279">
                  <c:v>16.3</c:v>
                </c:pt>
                <c:pt idx="280">
                  <c:v>15.7</c:v>
                </c:pt>
                <c:pt idx="281">
                  <c:v>5.5</c:v>
                </c:pt>
                <c:pt idx="282">
                  <c:v>10.6</c:v>
                </c:pt>
                <c:pt idx="283">
                  <c:v>10</c:v>
                </c:pt>
                <c:pt idx="284">
                  <c:v>16.5</c:v>
                </c:pt>
                <c:pt idx="285">
                  <c:v>4.0999999999999996</c:v>
                </c:pt>
                <c:pt idx="286">
                  <c:v>14.5</c:v>
                </c:pt>
                <c:pt idx="287">
                  <c:v>4.3</c:v>
                </c:pt>
                <c:pt idx="288">
                  <c:v>16.399999999999999</c:v>
                </c:pt>
                <c:pt idx="289">
                  <c:v>10.4</c:v>
                </c:pt>
                <c:pt idx="290">
                  <c:v>20</c:v>
                </c:pt>
                <c:pt idx="291">
                  <c:v>16.399999999999999</c:v>
                </c:pt>
                <c:pt idx="292">
                  <c:v>12.7</c:v>
                </c:pt>
                <c:pt idx="293">
                  <c:v>3.4</c:v>
                </c:pt>
                <c:pt idx="294">
                  <c:v>8.1</c:v>
                </c:pt>
                <c:pt idx="295">
                  <c:v>17.3</c:v>
                </c:pt>
                <c:pt idx="296">
                  <c:v>5.3</c:v>
                </c:pt>
                <c:pt idx="297">
                  <c:v>15.4</c:v>
                </c:pt>
                <c:pt idx="298">
                  <c:v>15.8</c:v>
                </c:pt>
                <c:pt idx="299">
                  <c:v>7.8</c:v>
                </c:pt>
                <c:pt idx="300">
                  <c:v>7.6</c:v>
                </c:pt>
                <c:pt idx="301">
                  <c:v>11.3</c:v>
                </c:pt>
                <c:pt idx="302">
                  <c:v>12.1</c:v>
                </c:pt>
                <c:pt idx="303">
                  <c:v>14.3</c:v>
                </c:pt>
                <c:pt idx="304">
                  <c:v>10.1</c:v>
                </c:pt>
                <c:pt idx="305">
                  <c:v>14.1</c:v>
                </c:pt>
                <c:pt idx="306">
                  <c:v>13.3</c:v>
                </c:pt>
                <c:pt idx="307">
                  <c:v>7.3</c:v>
                </c:pt>
                <c:pt idx="308">
                  <c:v>17.600000000000001</c:v>
                </c:pt>
                <c:pt idx="309">
                  <c:v>4.4000000000000004</c:v>
                </c:pt>
                <c:pt idx="310">
                  <c:v>17.399999999999999</c:v>
                </c:pt>
                <c:pt idx="311">
                  <c:v>12.3</c:v>
                </c:pt>
                <c:pt idx="312">
                  <c:v>3.9</c:v>
                </c:pt>
                <c:pt idx="313">
                  <c:v>8.6</c:v>
                </c:pt>
                <c:pt idx="314">
                  <c:v>18</c:v>
                </c:pt>
                <c:pt idx="315">
                  <c:v>16.100000000000001</c:v>
                </c:pt>
                <c:pt idx="316">
                  <c:v>12.2</c:v>
                </c:pt>
                <c:pt idx="317">
                  <c:v>9.5</c:v>
                </c:pt>
                <c:pt idx="318">
                  <c:v>7.9</c:v>
                </c:pt>
                <c:pt idx="319">
                  <c:v>9.6999999999999993</c:v>
                </c:pt>
                <c:pt idx="320">
                  <c:v>16.5</c:v>
                </c:pt>
                <c:pt idx="321">
                  <c:v>19.7</c:v>
                </c:pt>
                <c:pt idx="322">
                  <c:v>14.1</c:v>
                </c:pt>
                <c:pt idx="323">
                  <c:v>18</c:v>
                </c:pt>
                <c:pt idx="324">
                  <c:v>19.7</c:v>
                </c:pt>
                <c:pt idx="325">
                  <c:v>10.3</c:v>
                </c:pt>
                <c:pt idx="326">
                  <c:v>15.2</c:v>
                </c:pt>
                <c:pt idx="327">
                  <c:v>17.600000000000001</c:v>
                </c:pt>
                <c:pt idx="328">
                  <c:v>11</c:v>
                </c:pt>
                <c:pt idx="329">
                  <c:v>17.100000000000001</c:v>
                </c:pt>
                <c:pt idx="330">
                  <c:v>4.7</c:v>
                </c:pt>
                <c:pt idx="331">
                  <c:v>15.7</c:v>
                </c:pt>
                <c:pt idx="332">
                  <c:v>11</c:v>
                </c:pt>
                <c:pt idx="333">
                  <c:v>8.5</c:v>
                </c:pt>
                <c:pt idx="334">
                  <c:v>6.9</c:v>
                </c:pt>
                <c:pt idx="335">
                  <c:v>11.7</c:v>
                </c:pt>
                <c:pt idx="336">
                  <c:v>14.1</c:v>
                </c:pt>
                <c:pt idx="337">
                  <c:v>14.3</c:v>
                </c:pt>
                <c:pt idx="338">
                  <c:v>4.9000000000000004</c:v>
                </c:pt>
                <c:pt idx="339">
                  <c:v>9.5</c:v>
                </c:pt>
                <c:pt idx="340">
                  <c:v>15.6</c:v>
                </c:pt>
                <c:pt idx="341">
                  <c:v>18.5</c:v>
                </c:pt>
                <c:pt idx="342">
                  <c:v>15.4</c:v>
                </c:pt>
                <c:pt idx="343">
                  <c:v>4.9000000000000004</c:v>
                </c:pt>
                <c:pt idx="344">
                  <c:v>3.2</c:v>
                </c:pt>
                <c:pt idx="345">
                  <c:v>8.1</c:v>
                </c:pt>
                <c:pt idx="346">
                  <c:v>14.4</c:v>
                </c:pt>
                <c:pt idx="347">
                  <c:v>7.1</c:v>
                </c:pt>
                <c:pt idx="348">
                  <c:v>17.5</c:v>
                </c:pt>
                <c:pt idx="349">
                  <c:v>5</c:v>
                </c:pt>
                <c:pt idx="350">
                  <c:v>17.899999999999999</c:v>
                </c:pt>
                <c:pt idx="351">
                  <c:v>10.4</c:v>
                </c:pt>
                <c:pt idx="352">
                  <c:v>13.3</c:v>
                </c:pt>
                <c:pt idx="353">
                  <c:v>11.7</c:v>
                </c:pt>
                <c:pt idx="354">
                  <c:v>19.2</c:v>
                </c:pt>
                <c:pt idx="355">
                  <c:v>4.2</c:v>
                </c:pt>
                <c:pt idx="356">
                  <c:v>5.4</c:v>
                </c:pt>
                <c:pt idx="357">
                  <c:v>6.3</c:v>
                </c:pt>
                <c:pt idx="358">
                  <c:v>3.1</c:v>
                </c:pt>
                <c:pt idx="359">
                  <c:v>8.8000000000000007</c:v>
                </c:pt>
                <c:pt idx="360">
                  <c:v>18.8</c:v>
                </c:pt>
                <c:pt idx="361">
                  <c:v>8.9</c:v>
                </c:pt>
                <c:pt idx="362">
                  <c:v>19.899999999999999</c:v>
                </c:pt>
                <c:pt idx="363">
                  <c:v>10</c:v>
                </c:pt>
                <c:pt idx="364">
                  <c:v>17</c:v>
                </c:pt>
                <c:pt idx="365">
                  <c:v>3.9</c:v>
                </c:pt>
                <c:pt idx="366">
                  <c:v>4.9000000000000004</c:v>
                </c:pt>
                <c:pt idx="367">
                  <c:v>10.1</c:v>
                </c:pt>
                <c:pt idx="368">
                  <c:v>19</c:v>
                </c:pt>
                <c:pt idx="369">
                  <c:v>3.2</c:v>
                </c:pt>
                <c:pt idx="370">
                  <c:v>15.3</c:v>
                </c:pt>
                <c:pt idx="371">
                  <c:v>5.4</c:v>
                </c:pt>
                <c:pt idx="372">
                  <c:v>12.8</c:v>
                </c:pt>
                <c:pt idx="373">
                  <c:v>15.4</c:v>
                </c:pt>
                <c:pt idx="374">
                  <c:v>14.4</c:v>
                </c:pt>
                <c:pt idx="375">
                  <c:v>16.600000000000001</c:v>
                </c:pt>
                <c:pt idx="376">
                  <c:v>8.4</c:v>
                </c:pt>
                <c:pt idx="377">
                  <c:v>14.7</c:v>
                </c:pt>
                <c:pt idx="378">
                  <c:v>18.100000000000001</c:v>
                </c:pt>
                <c:pt idx="379">
                  <c:v>13.8</c:v>
                </c:pt>
                <c:pt idx="380">
                  <c:v>14.5</c:v>
                </c:pt>
                <c:pt idx="381">
                  <c:v>10.7</c:v>
                </c:pt>
                <c:pt idx="382">
                  <c:v>11.6</c:v>
                </c:pt>
                <c:pt idx="383">
                  <c:v>9.6</c:v>
                </c:pt>
                <c:pt idx="384">
                  <c:v>7.9</c:v>
                </c:pt>
                <c:pt idx="385">
                  <c:v>18.100000000000001</c:v>
                </c:pt>
                <c:pt idx="386">
                  <c:v>19.3</c:v>
                </c:pt>
                <c:pt idx="387">
                  <c:v>5.6</c:v>
                </c:pt>
                <c:pt idx="388">
                  <c:v>10.5</c:v>
                </c:pt>
                <c:pt idx="389">
                  <c:v>8.8000000000000007</c:v>
                </c:pt>
                <c:pt idx="390">
                  <c:v>12.9</c:v>
                </c:pt>
                <c:pt idx="391">
                  <c:v>9.8000000000000007</c:v>
                </c:pt>
                <c:pt idx="392">
                  <c:v>13.6</c:v>
                </c:pt>
                <c:pt idx="393">
                  <c:v>12.2</c:v>
                </c:pt>
                <c:pt idx="394">
                  <c:v>12.1</c:v>
                </c:pt>
                <c:pt idx="395">
                  <c:v>16.5</c:v>
                </c:pt>
                <c:pt idx="396">
                  <c:v>10.9</c:v>
                </c:pt>
                <c:pt idx="397">
                  <c:v>9.4</c:v>
                </c:pt>
                <c:pt idx="398">
                  <c:v>11.7</c:v>
                </c:pt>
                <c:pt idx="399">
                  <c:v>9.9</c:v>
                </c:pt>
                <c:pt idx="400">
                  <c:v>6.4</c:v>
                </c:pt>
                <c:pt idx="401">
                  <c:v>18.2</c:v>
                </c:pt>
                <c:pt idx="402">
                  <c:v>13.7</c:v>
                </c:pt>
                <c:pt idx="403">
                  <c:v>15.3</c:v>
                </c:pt>
                <c:pt idx="404">
                  <c:v>16.7</c:v>
                </c:pt>
                <c:pt idx="405">
                  <c:v>20</c:v>
                </c:pt>
                <c:pt idx="406">
                  <c:v>15.5</c:v>
                </c:pt>
                <c:pt idx="407">
                  <c:v>16.100000000000001</c:v>
                </c:pt>
                <c:pt idx="408">
                  <c:v>4.5</c:v>
                </c:pt>
                <c:pt idx="409">
                  <c:v>4.0999999999999996</c:v>
                </c:pt>
                <c:pt idx="410">
                  <c:v>4.2</c:v>
                </c:pt>
                <c:pt idx="411">
                  <c:v>11.5</c:v>
                </c:pt>
                <c:pt idx="412">
                  <c:v>9.8000000000000007</c:v>
                </c:pt>
                <c:pt idx="413">
                  <c:v>18.8</c:v>
                </c:pt>
                <c:pt idx="414">
                  <c:v>6.8</c:v>
                </c:pt>
                <c:pt idx="415">
                  <c:v>14</c:v>
                </c:pt>
                <c:pt idx="416">
                  <c:v>13</c:v>
                </c:pt>
                <c:pt idx="417">
                  <c:v>15.1</c:v>
                </c:pt>
                <c:pt idx="418">
                  <c:v>5.4</c:v>
                </c:pt>
                <c:pt idx="419">
                  <c:v>5.3</c:v>
                </c:pt>
                <c:pt idx="420">
                  <c:v>3</c:v>
                </c:pt>
                <c:pt idx="421">
                  <c:v>4.0999999999999996</c:v>
                </c:pt>
                <c:pt idx="422">
                  <c:v>8.4</c:v>
                </c:pt>
                <c:pt idx="423">
                  <c:v>8.3000000000000007</c:v>
                </c:pt>
                <c:pt idx="424">
                  <c:v>9.4</c:v>
                </c:pt>
                <c:pt idx="425">
                  <c:v>9.6</c:v>
                </c:pt>
                <c:pt idx="426">
                  <c:v>15.1</c:v>
                </c:pt>
                <c:pt idx="427">
                  <c:v>14.9</c:v>
                </c:pt>
                <c:pt idx="428">
                  <c:v>3.8</c:v>
                </c:pt>
                <c:pt idx="429">
                  <c:v>10.8</c:v>
                </c:pt>
                <c:pt idx="430">
                  <c:v>16</c:v>
                </c:pt>
                <c:pt idx="431">
                  <c:v>14.2</c:v>
                </c:pt>
                <c:pt idx="432">
                  <c:v>13.3</c:v>
                </c:pt>
                <c:pt idx="433">
                  <c:v>8.4</c:v>
                </c:pt>
                <c:pt idx="434">
                  <c:v>18.100000000000001</c:v>
                </c:pt>
                <c:pt idx="435">
                  <c:v>11.8</c:v>
                </c:pt>
                <c:pt idx="436">
                  <c:v>8.6999999999999993</c:v>
                </c:pt>
                <c:pt idx="437">
                  <c:v>9.9</c:v>
                </c:pt>
                <c:pt idx="438">
                  <c:v>19.399999999999999</c:v>
                </c:pt>
                <c:pt idx="439">
                  <c:v>16.100000000000001</c:v>
                </c:pt>
                <c:pt idx="440">
                  <c:v>16.100000000000001</c:v>
                </c:pt>
                <c:pt idx="441">
                  <c:v>8</c:v>
                </c:pt>
                <c:pt idx="442">
                  <c:v>3</c:v>
                </c:pt>
                <c:pt idx="443">
                  <c:v>3.4</c:v>
                </c:pt>
                <c:pt idx="444">
                  <c:v>9.8000000000000007</c:v>
                </c:pt>
                <c:pt idx="445">
                  <c:v>11.2</c:v>
                </c:pt>
                <c:pt idx="446">
                  <c:v>19</c:v>
                </c:pt>
                <c:pt idx="447">
                  <c:v>4.3</c:v>
                </c:pt>
                <c:pt idx="448">
                  <c:v>13.6</c:v>
                </c:pt>
                <c:pt idx="449">
                  <c:v>13.8</c:v>
                </c:pt>
                <c:pt idx="450">
                  <c:v>18.600000000000001</c:v>
                </c:pt>
                <c:pt idx="451">
                  <c:v>4.0999999999999996</c:v>
                </c:pt>
                <c:pt idx="452">
                  <c:v>5.3</c:v>
                </c:pt>
                <c:pt idx="453">
                  <c:v>14.6</c:v>
                </c:pt>
                <c:pt idx="454">
                  <c:v>12.3</c:v>
                </c:pt>
                <c:pt idx="455">
                  <c:v>6.6</c:v>
                </c:pt>
                <c:pt idx="456">
                  <c:v>17.5</c:v>
                </c:pt>
                <c:pt idx="457">
                  <c:v>19.899999999999999</c:v>
                </c:pt>
                <c:pt idx="458">
                  <c:v>10.4</c:v>
                </c:pt>
                <c:pt idx="459">
                  <c:v>6.2</c:v>
                </c:pt>
                <c:pt idx="460">
                  <c:v>11.9</c:v>
                </c:pt>
                <c:pt idx="461">
                  <c:v>15.2</c:v>
                </c:pt>
                <c:pt idx="462">
                  <c:v>12.6</c:v>
                </c:pt>
                <c:pt idx="463">
                  <c:v>9.1</c:v>
                </c:pt>
                <c:pt idx="464">
                  <c:v>8.5</c:v>
                </c:pt>
                <c:pt idx="465">
                  <c:v>3.5</c:v>
                </c:pt>
                <c:pt idx="466">
                  <c:v>9.8000000000000007</c:v>
                </c:pt>
                <c:pt idx="467">
                  <c:v>9.3000000000000007</c:v>
                </c:pt>
                <c:pt idx="468">
                  <c:v>12.8</c:v>
                </c:pt>
                <c:pt idx="469">
                  <c:v>9.1</c:v>
                </c:pt>
                <c:pt idx="470">
                  <c:v>4.7</c:v>
                </c:pt>
                <c:pt idx="471">
                  <c:v>6</c:v>
                </c:pt>
                <c:pt idx="472">
                  <c:v>10.4</c:v>
                </c:pt>
                <c:pt idx="473">
                  <c:v>9</c:v>
                </c:pt>
                <c:pt idx="474">
                  <c:v>16.3</c:v>
                </c:pt>
                <c:pt idx="475">
                  <c:v>6.2</c:v>
                </c:pt>
                <c:pt idx="476">
                  <c:v>4.2</c:v>
                </c:pt>
                <c:pt idx="477">
                  <c:v>17.2</c:v>
                </c:pt>
                <c:pt idx="478">
                  <c:v>5.6</c:v>
                </c:pt>
                <c:pt idx="479">
                  <c:v>3.6</c:v>
                </c:pt>
                <c:pt idx="480">
                  <c:v>11.9</c:v>
                </c:pt>
                <c:pt idx="481">
                  <c:v>8.1999999999999993</c:v>
                </c:pt>
                <c:pt idx="482">
                  <c:v>6.8</c:v>
                </c:pt>
                <c:pt idx="483">
                  <c:v>8.1</c:v>
                </c:pt>
                <c:pt idx="484">
                  <c:v>9.3000000000000007</c:v>
                </c:pt>
                <c:pt idx="485">
                  <c:v>9.6999999999999993</c:v>
                </c:pt>
                <c:pt idx="486">
                  <c:v>15.1</c:v>
                </c:pt>
                <c:pt idx="487">
                  <c:v>3.7</c:v>
                </c:pt>
                <c:pt idx="488">
                  <c:v>15.9</c:v>
                </c:pt>
                <c:pt idx="489">
                  <c:v>18.899999999999999</c:v>
                </c:pt>
                <c:pt idx="490">
                  <c:v>18.7</c:v>
                </c:pt>
                <c:pt idx="491">
                  <c:v>16.7</c:v>
                </c:pt>
                <c:pt idx="492">
                  <c:v>17.600000000000001</c:v>
                </c:pt>
                <c:pt idx="493">
                  <c:v>11.4</c:v>
                </c:pt>
                <c:pt idx="494">
                  <c:v>9.5</c:v>
                </c:pt>
                <c:pt idx="495">
                  <c:v>19.5</c:v>
                </c:pt>
                <c:pt idx="496">
                  <c:v>12.3</c:v>
                </c:pt>
                <c:pt idx="497">
                  <c:v>17.7</c:v>
                </c:pt>
                <c:pt idx="498">
                  <c:v>5.2</c:v>
                </c:pt>
                <c:pt idx="499">
                  <c:v>17.8</c:v>
                </c:pt>
                <c:pt idx="500">
                  <c:v>12.7</c:v>
                </c:pt>
                <c:pt idx="501">
                  <c:v>3.9</c:v>
                </c:pt>
                <c:pt idx="502">
                  <c:v>13.6</c:v>
                </c:pt>
                <c:pt idx="503">
                  <c:v>16.3</c:v>
                </c:pt>
                <c:pt idx="504">
                  <c:v>4</c:v>
                </c:pt>
                <c:pt idx="505">
                  <c:v>13.7</c:v>
                </c:pt>
                <c:pt idx="506">
                  <c:v>7.7</c:v>
                </c:pt>
                <c:pt idx="507">
                  <c:v>11.8</c:v>
                </c:pt>
                <c:pt idx="508">
                  <c:v>15.5</c:v>
                </c:pt>
                <c:pt idx="509">
                  <c:v>7.5</c:v>
                </c:pt>
                <c:pt idx="510">
                  <c:v>14.2</c:v>
                </c:pt>
                <c:pt idx="511">
                  <c:v>19.2</c:v>
                </c:pt>
                <c:pt idx="512">
                  <c:v>14</c:v>
                </c:pt>
                <c:pt idx="513">
                  <c:v>14.5</c:v>
                </c:pt>
                <c:pt idx="514">
                  <c:v>13.2</c:v>
                </c:pt>
                <c:pt idx="515">
                  <c:v>19.100000000000001</c:v>
                </c:pt>
                <c:pt idx="516">
                  <c:v>14.9</c:v>
                </c:pt>
                <c:pt idx="517">
                  <c:v>7.3</c:v>
                </c:pt>
                <c:pt idx="518">
                  <c:v>6.2</c:v>
                </c:pt>
                <c:pt idx="519">
                  <c:v>10.4</c:v>
                </c:pt>
                <c:pt idx="520">
                  <c:v>7.4</c:v>
                </c:pt>
                <c:pt idx="521">
                  <c:v>13.4</c:v>
                </c:pt>
                <c:pt idx="522">
                  <c:v>6.4</c:v>
                </c:pt>
                <c:pt idx="523">
                  <c:v>6.6</c:v>
                </c:pt>
                <c:pt idx="524">
                  <c:v>15.5</c:v>
                </c:pt>
                <c:pt idx="525">
                  <c:v>17.3</c:v>
                </c:pt>
                <c:pt idx="526">
                  <c:v>6.4</c:v>
                </c:pt>
                <c:pt idx="527">
                  <c:v>4.2</c:v>
                </c:pt>
                <c:pt idx="528">
                  <c:v>7.6</c:v>
                </c:pt>
                <c:pt idx="529">
                  <c:v>10.7</c:v>
                </c:pt>
                <c:pt idx="530">
                  <c:v>10.5</c:v>
                </c:pt>
                <c:pt idx="531">
                  <c:v>8</c:v>
                </c:pt>
                <c:pt idx="532">
                  <c:v>4</c:v>
                </c:pt>
                <c:pt idx="533">
                  <c:v>10</c:v>
                </c:pt>
                <c:pt idx="534">
                  <c:v>4.2</c:v>
                </c:pt>
                <c:pt idx="535">
                  <c:v>14.6</c:v>
                </c:pt>
                <c:pt idx="536">
                  <c:v>11.8</c:v>
                </c:pt>
                <c:pt idx="537">
                  <c:v>16.399999999999999</c:v>
                </c:pt>
                <c:pt idx="538">
                  <c:v>9</c:v>
                </c:pt>
                <c:pt idx="539">
                  <c:v>9.6999999999999993</c:v>
                </c:pt>
                <c:pt idx="540">
                  <c:v>14.5</c:v>
                </c:pt>
                <c:pt idx="541">
                  <c:v>13.4</c:v>
                </c:pt>
                <c:pt idx="542">
                  <c:v>6.9</c:v>
                </c:pt>
                <c:pt idx="543">
                  <c:v>15.5</c:v>
                </c:pt>
                <c:pt idx="544">
                  <c:v>5.8</c:v>
                </c:pt>
                <c:pt idx="545">
                  <c:v>6.8</c:v>
                </c:pt>
                <c:pt idx="546">
                  <c:v>9.6</c:v>
                </c:pt>
                <c:pt idx="547">
                  <c:v>12.5</c:v>
                </c:pt>
                <c:pt idx="548">
                  <c:v>14.9</c:v>
                </c:pt>
                <c:pt idx="549">
                  <c:v>13.7</c:v>
                </c:pt>
                <c:pt idx="550">
                  <c:v>8.6999999999999993</c:v>
                </c:pt>
                <c:pt idx="551">
                  <c:v>18.2</c:v>
                </c:pt>
                <c:pt idx="552">
                  <c:v>16.5</c:v>
                </c:pt>
                <c:pt idx="553">
                  <c:v>14.7</c:v>
                </c:pt>
                <c:pt idx="554">
                  <c:v>17.2</c:v>
                </c:pt>
                <c:pt idx="555">
                  <c:v>16.5</c:v>
                </c:pt>
                <c:pt idx="556">
                  <c:v>10.9</c:v>
                </c:pt>
                <c:pt idx="557">
                  <c:v>6.5</c:v>
                </c:pt>
                <c:pt idx="558">
                  <c:v>19.5</c:v>
                </c:pt>
                <c:pt idx="559">
                  <c:v>16.7</c:v>
                </c:pt>
                <c:pt idx="560">
                  <c:v>6.7</c:v>
                </c:pt>
                <c:pt idx="561">
                  <c:v>10.9</c:v>
                </c:pt>
                <c:pt idx="562">
                  <c:v>6.7</c:v>
                </c:pt>
                <c:pt idx="563">
                  <c:v>16.100000000000001</c:v>
                </c:pt>
                <c:pt idx="564">
                  <c:v>16.3</c:v>
                </c:pt>
                <c:pt idx="565">
                  <c:v>14.4</c:v>
                </c:pt>
                <c:pt idx="566">
                  <c:v>18.100000000000001</c:v>
                </c:pt>
                <c:pt idx="567">
                  <c:v>14.1</c:v>
                </c:pt>
                <c:pt idx="568">
                  <c:v>11.1</c:v>
                </c:pt>
                <c:pt idx="569">
                  <c:v>7.1</c:v>
                </c:pt>
                <c:pt idx="570">
                  <c:v>6.2</c:v>
                </c:pt>
                <c:pt idx="571">
                  <c:v>14.2</c:v>
                </c:pt>
                <c:pt idx="572">
                  <c:v>19</c:v>
                </c:pt>
                <c:pt idx="573">
                  <c:v>14.8</c:v>
                </c:pt>
                <c:pt idx="574">
                  <c:v>16.899999999999999</c:v>
                </c:pt>
                <c:pt idx="575">
                  <c:v>14.9</c:v>
                </c:pt>
                <c:pt idx="576">
                  <c:v>3.6</c:v>
                </c:pt>
                <c:pt idx="577">
                  <c:v>14.3</c:v>
                </c:pt>
                <c:pt idx="578">
                  <c:v>18.3</c:v>
                </c:pt>
                <c:pt idx="579">
                  <c:v>12.8</c:v>
                </c:pt>
                <c:pt idx="580">
                  <c:v>15.7</c:v>
                </c:pt>
                <c:pt idx="581">
                  <c:v>3.7</c:v>
                </c:pt>
                <c:pt idx="582">
                  <c:v>16.3</c:v>
                </c:pt>
                <c:pt idx="583">
                  <c:v>3.2</c:v>
                </c:pt>
                <c:pt idx="584">
                  <c:v>17.2</c:v>
                </c:pt>
                <c:pt idx="585">
                  <c:v>13</c:v>
                </c:pt>
                <c:pt idx="586">
                  <c:v>15</c:v>
                </c:pt>
                <c:pt idx="587">
                  <c:v>18.8</c:v>
                </c:pt>
                <c:pt idx="588">
                  <c:v>19.7</c:v>
                </c:pt>
                <c:pt idx="589">
                  <c:v>3.9</c:v>
                </c:pt>
                <c:pt idx="590">
                  <c:v>19</c:v>
                </c:pt>
                <c:pt idx="591">
                  <c:v>14</c:v>
                </c:pt>
                <c:pt idx="592">
                  <c:v>6</c:v>
                </c:pt>
                <c:pt idx="593">
                  <c:v>5.9</c:v>
                </c:pt>
                <c:pt idx="594">
                  <c:v>17.2</c:v>
                </c:pt>
                <c:pt idx="595">
                  <c:v>9.8000000000000007</c:v>
                </c:pt>
                <c:pt idx="596">
                  <c:v>12.9</c:v>
                </c:pt>
                <c:pt idx="597">
                  <c:v>10.199999999999999</c:v>
                </c:pt>
                <c:pt idx="598">
                  <c:v>14.2</c:v>
                </c:pt>
                <c:pt idx="599">
                  <c:v>15.5</c:v>
                </c:pt>
                <c:pt idx="600">
                  <c:v>18.3</c:v>
                </c:pt>
                <c:pt idx="601">
                  <c:v>4.0999999999999996</c:v>
                </c:pt>
                <c:pt idx="602">
                  <c:v>17.5</c:v>
                </c:pt>
                <c:pt idx="603">
                  <c:v>6.6</c:v>
                </c:pt>
                <c:pt idx="604">
                  <c:v>5.8</c:v>
                </c:pt>
                <c:pt idx="605">
                  <c:v>10.5</c:v>
                </c:pt>
                <c:pt idx="606">
                  <c:v>7</c:v>
                </c:pt>
                <c:pt idx="607">
                  <c:v>4.0999999999999996</c:v>
                </c:pt>
                <c:pt idx="608">
                  <c:v>17.7</c:v>
                </c:pt>
                <c:pt idx="609">
                  <c:v>12.6</c:v>
                </c:pt>
                <c:pt idx="610">
                  <c:v>5.4</c:v>
                </c:pt>
                <c:pt idx="611">
                  <c:v>10.8</c:v>
                </c:pt>
                <c:pt idx="612">
                  <c:v>10.8</c:v>
                </c:pt>
                <c:pt idx="613">
                  <c:v>17.7</c:v>
                </c:pt>
                <c:pt idx="614">
                  <c:v>18.100000000000001</c:v>
                </c:pt>
                <c:pt idx="615">
                  <c:v>11.4</c:v>
                </c:pt>
                <c:pt idx="616">
                  <c:v>9.9</c:v>
                </c:pt>
                <c:pt idx="617">
                  <c:v>6.3</c:v>
                </c:pt>
                <c:pt idx="618">
                  <c:v>11.3</c:v>
                </c:pt>
                <c:pt idx="619">
                  <c:v>14.2</c:v>
                </c:pt>
                <c:pt idx="620">
                  <c:v>6.7</c:v>
                </c:pt>
                <c:pt idx="621">
                  <c:v>19.5</c:v>
                </c:pt>
                <c:pt idx="622">
                  <c:v>9.1999999999999993</c:v>
                </c:pt>
                <c:pt idx="623">
                  <c:v>6</c:v>
                </c:pt>
                <c:pt idx="624">
                  <c:v>7.2</c:v>
                </c:pt>
                <c:pt idx="625">
                  <c:v>13.7</c:v>
                </c:pt>
                <c:pt idx="626">
                  <c:v>4.5999999999999996</c:v>
                </c:pt>
                <c:pt idx="627">
                  <c:v>6.5</c:v>
                </c:pt>
                <c:pt idx="628">
                  <c:v>15.9</c:v>
                </c:pt>
                <c:pt idx="629">
                  <c:v>20</c:v>
                </c:pt>
                <c:pt idx="630">
                  <c:v>3.5</c:v>
                </c:pt>
                <c:pt idx="631">
                  <c:v>18.5</c:v>
                </c:pt>
                <c:pt idx="632">
                  <c:v>12.4</c:v>
                </c:pt>
                <c:pt idx="633">
                  <c:v>10.6</c:v>
                </c:pt>
                <c:pt idx="634">
                  <c:v>13.3</c:v>
                </c:pt>
                <c:pt idx="635">
                  <c:v>9.6999999999999993</c:v>
                </c:pt>
                <c:pt idx="636">
                  <c:v>14.5</c:v>
                </c:pt>
                <c:pt idx="637">
                  <c:v>3.3</c:v>
                </c:pt>
                <c:pt idx="638">
                  <c:v>8.9</c:v>
                </c:pt>
                <c:pt idx="639">
                  <c:v>7.5</c:v>
                </c:pt>
                <c:pt idx="640">
                  <c:v>19.100000000000001</c:v>
                </c:pt>
                <c:pt idx="641">
                  <c:v>19.399999999999999</c:v>
                </c:pt>
                <c:pt idx="642">
                  <c:v>19.8</c:v>
                </c:pt>
                <c:pt idx="643">
                  <c:v>7.4</c:v>
                </c:pt>
                <c:pt idx="644">
                  <c:v>9.3000000000000007</c:v>
                </c:pt>
                <c:pt idx="645">
                  <c:v>13.1</c:v>
                </c:pt>
                <c:pt idx="646">
                  <c:v>7.2</c:v>
                </c:pt>
                <c:pt idx="647">
                  <c:v>12.8</c:v>
                </c:pt>
                <c:pt idx="648">
                  <c:v>3.1</c:v>
                </c:pt>
                <c:pt idx="649">
                  <c:v>18</c:v>
                </c:pt>
                <c:pt idx="650">
                  <c:v>7.6</c:v>
                </c:pt>
                <c:pt idx="651">
                  <c:v>17.100000000000001</c:v>
                </c:pt>
                <c:pt idx="652">
                  <c:v>11.4</c:v>
                </c:pt>
                <c:pt idx="653">
                  <c:v>5</c:v>
                </c:pt>
                <c:pt idx="654">
                  <c:v>14.2</c:v>
                </c:pt>
                <c:pt idx="655">
                  <c:v>18.3</c:v>
                </c:pt>
                <c:pt idx="656">
                  <c:v>16.600000000000001</c:v>
                </c:pt>
                <c:pt idx="657">
                  <c:v>19.7</c:v>
                </c:pt>
                <c:pt idx="658">
                  <c:v>3.6</c:v>
                </c:pt>
                <c:pt idx="659">
                  <c:v>12.7</c:v>
                </c:pt>
                <c:pt idx="660">
                  <c:v>7.4</c:v>
                </c:pt>
                <c:pt idx="661">
                  <c:v>3.9</c:v>
                </c:pt>
                <c:pt idx="662">
                  <c:v>7.3</c:v>
                </c:pt>
                <c:pt idx="663">
                  <c:v>11.1</c:v>
                </c:pt>
                <c:pt idx="664">
                  <c:v>6.6</c:v>
                </c:pt>
                <c:pt idx="665">
                  <c:v>6.8</c:v>
                </c:pt>
                <c:pt idx="666">
                  <c:v>10.8</c:v>
                </c:pt>
                <c:pt idx="667">
                  <c:v>14.6</c:v>
                </c:pt>
                <c:pt idx="668">
                  <c:v>5.7</c:v>
                </c:pt>
                <c:pt idx="669">
                  <c:v>4.2</c:v>
                </c:pt>
                <c:pt idx="670">
                  <c:v>14.3</c:v>
                </c:pt>
                <c:pt idx="671">
                  <c:v>17.2</c:v>
                </c:pt>
                <c:pt idx="672">
                  <c:v>4.8</c:v>
                </c:pt>
                <c:pt idx="673">
                  <c:v>4.2</c:v>
                </c:pt>
                <c:pt idx="674">
                  <c:v>3.7</c:v>
                </c:pt>
                <c:pt idx="675">
                  <c:v>6.9</c:v>
                </c:pt>
                <c:pt idx="676">
                  <c:v>18.100000000000001</c:v>
                </c:pt>
                <c:pt idx="677">
                  <c:v>9.9</c:v>
                </c:pt>
                <c:pt idx="678">
                  <c:v>15.4</c:v>
                </c:pt>
                <c:pt idx="679">
                  <c:v>17.399999999999999</c:v>
                </c:pt>
                <c:pt idx="680">
                  <c:v>17.399999999999999</c:v>
                </c:pt>
                <c:pt idx="681">
                  <c:v>8.5</c:v>
                </c:pt>
                <c:pt idx="682">
                  <c:v>19.399999999999999</c:v>
                </c:pt>
                <c:pt idx="683">
                  <c:v>16.7</c:v>
                </c:pt>
                <c:pt idx="684">
                  <c:v>19.8</c:v>
                </c:pt>
                <c:pt idx="685">
                  <c:v>5</c:v>
                </c:pt>
                <c:pt idx="686">
                  <c:v>8.1999999999999993</c:v>
                </c:pt>
                <c:pt idx="687">
                  <c:v>10.1</c:v>
                </c:pt>
                <c:pt idx="688">
                  <c:v>4.7</c:v>
                </c:pt>
                <c:pt idx="689">
                  <c:v>7</c:v>
                </c:pt>
                <c:pt idx="690">
                  <c:v>6.9</c:v>
                </c:pt>
                <c:pt idx="691">
                  <c:v>3.7</c:v>
                </c:pt>
                <c:pt idx="692">
                  <c:v>3.2</c:v>
                </c:pt>
                <c:pt idx="693">
                  <c:v>9.8000000000000007</c:v>
                </c:pt>
                <c:pt idx="694">
                  <c:v>7.6</c:v>
                </c:pt>
                <c:pt idx="695">
                  <c:v>10.199999999999999</c:v>
                </c:pt>
                <c:pt idx="696">
                  <c:v>16.899999999999999</c:v>
                </c:pt>
                <c:pt idx="697">
                  <c:v>17.8</c:v>
                </c:pt>
                <c:pt idx="698">
                  <c:v>11.4</c:v>
                </c:pt>
                <c:pt idx="699">
                  <c:v>5.7</c:v>
                </c:pt>
                <c:pt idx="700">
                  <c:v>5.5</c:v>
                </c:pt>
                <c:pt idx="701">
                  <c:v>4</c:v>
                </c:pt>
                <c:pt idx="702">
                  <c:v>13.9</c:v>
                </c:pt>
                <c:pt idx="703">
                  <c:v>6.9</c:v>
                </c:pt>
                <c:pt idx="704">
                  <c:v>14.4</c:v>
                </c:pt>
                <c:pt idx="705">
                  <c:v>9.1</c:v>
                </c:pt>
                <c:pt idx="706">
                  <c:v>5.7</c:v>
                </c:pt>
                <c:pt idx="707">
                  <c:v>12.8</c:v>
                </c:pt>
                <c:pt idx="708">
                  <c:v>10</c:v>
                </c:pt>
                <c:pt idx="709">
                  <c:v>6.4</c:v>
                </c:pt>
                <c:pt idx="710">
                  <c:v>16.3</c:v>
                </c:pt>
                <c:pt idx="711">
                  <c:v>19.899999999999999</c:v>
                </c:pt>
                <c:pt idx="712">
                  <c:v>17.7</c:v>
                </c:pt>
                <c:pt idx="713">
                  <c:v>17.399999999999999</c:v>
                </c:pt>
                <c:pt idx="714">
                  <c:v>14.6</c:v>
                </c:pt>
                <c:pt idx="715">
                  <c:v>6.8</c:v>
                </c:pt>
                <c:pt idx="716">
                  <c:v>6.7</c:v>
                </c:pt>
                <c:pt idx="717">
                  <c:v>3.8</c:v>
                </c:pt>
                <c:pt idx="718">
                  <c:v>8.6</c:v>
                </c:pt>
                <c:pt idx="719">
                  <c:v>3.5</c:v>
                </c:pt>
                <c:pt idx="720">
                  <c:v>8</c:v>
                </c:pt>
                <c:pt idx="721">
                  <c:v>12.8</c:v>
                </c:pt>
                <c:pt idx="722">
                  <c:v>13.2</c:v>
                </c:pt>
                <c:pt idx="723">
                  <c:v>15.2</c:v>
                </c:pt>
                <c:pt idx="724">
                  <c:v>16.5</c:v>
                </c:pt>
                <c:pt idx="725">
                  <c:v>3</c:v>
                </c:pt>
                <c:pt idx="726">
                  <c:v>13.1</c:v>
                </c:pt>
                <c:pt idx="727">
                  <c:v>12.5</c:v>
                </c:pt>
                <c:pt idx="728">
                  <c:v>18.600000000000001</c:v>
                </c:pt>
                <c:pt idx="729">
                  <c:v>16.3</c:v>
                </c:pt>
                <c:pt idx="730">
                  <c:v>7.3</c:v>
                </c:pt>
                <c:pt idx="731">
                  <c:v>12.6</c:v>
                </c:pt>
                <c:pt idx="732">
                  <c:v>13.3</c:v>
                </c:pt>
                <c:pt idx="733">
                  <c:v>4.5999999999999996</c:v>
                </c:pt>
                <c:pt idx="734">
                  <c:v>17.899999999999999</c:v>
                </c:pt>
                <c:pt idx="735">
                  <c:v>8.1999999999999993</c:v>
                </c:pt>
                <c:pt idx="736">
                  <c:v>5.3</c:v>
                </c:pt>
                <c:pt idx="737">
                  <c:v>14.9</c:v>
                </c:pt>
                <c:pt idx="738">
                  <c:v>13.5</c:v>
                </c:pt>
                <c:pt idx="739">
                  <c:v>13.5</c:v>
                </c:pt>
                <c:pt idx="740">
                  <c:v>4.8</c:v>
                </c:pt>
                <c:pt idx="741">
                  <c:v>4</c:v>
                </c:pt>
                <c:pt idx="742">
                  <c:v>13.8</c:v>
                </c:pt>
                <c:pt idx="743">
                  <c:v>7.3</c:v>
                </c:pt>
                <c:pt idx="744">
                  <c:v>12.9</c:v>
                </c:pt>
                <c:pt idx="745">
                  <c:v>6.2</c:v>
                </c:pt>
                <c:pt idx="746">
                  <c:v>3.4</c:v>
                </c:pt>
                <c:pt idx="747">
                  <c:v>8.6</c:v>
                </c:pt>
                <c:pt idx="748">
                  <c:v>10</c:v>
                </c:pt>
                <c:pt idx="749">
                  <c:v>19.5</c:v>
                </c:pt>
                <c:pt idx="750">
                  <c:v>5.8</c:v>
                </c:pt>
                <c:pt idx="751">
                  <c:v>9.8000000000000007</c:v>
                </c:pt>
                <c:pt idx="752">
                  <c:v>14.2</c:v>
                </c:pt>
                <c:pt idx="753">
                  <c:v>19</c:v>
                </c:pt>
                <c:pt idx="754">
                  <c:v>13.2</c:v>
                </c:pt>
                <c:pt idx="755">
                  <c:v>9.6999999999999993</c:v>
                </c:pt>
                <c:pt idx="756">
                  <c:v>12.4</c:v>
                </c:pt>
                <c:pt idx="757">
                  <c:v>16.7</c:v>
                </c:pt>
                <c:pt idx="758">
                  <c:v>9.6999999999999993</c:v>
                </c:pt>
                <c:pt idx="759">
                  <c:v>13.1</c:v>
                </c:pt>
                <c:pt idx="760">
                  <c:v>17.100000000000001</c:v>
                </c:pt>
                <c:pt idx="761">
                  <c:v>16.3</c:v>
                </c:pt>
                <c:pt idx="762">
                  <c:v>19.5</c:v>
                </c:pt>
                <c:pt idx="763">
                  <c:v>11.8</c:v>
                </c:pt>
                <c:pt idx="764">
                  <c:v>16.8</c:v>
                </c:pt>
                <c:pt idx="765">
                  <c:v>16.8</c:v>
                </c:pt>
                <c:pt idx="766">
                  <c:v>9.5</c:v>
                </c:pt>
                <c:pt idx="767">
                  <c:v>6.7</c:v>
                </c:pt>
                <c:pt idx="768">
                  <c:v>13</c:v>
                </c:pt>
                <c:pt idx="769">
                  <c:v>13.7</c:v>
                </c:pt>
                <c:pt idx="770">
                  <c:v>12.2</c:v>
                </c:pt>
                <c:pt idx="771">
                  <c:v>6.1</c:v>
                </c:pt>
                <c:pt idx="772">
                  <c:v>6.9</c:v>
                </c:pt>
                <c:pt idx="773">
                  <c:v>6.1</c:v>
                </c:pt>
                <c:pt idx="774">
                  <c:v>11.7</c:v>
                </c:pt>
                <c:pt idx="775">
                  <c:v>11.6</c:v>
                </c:pt>
                <c:pt idx="776">
                  <c:v>17.899999999999999</c:v>
                </c:pt>
                <c:pt idx="777">
                  <c:v>3.7</c:v>
                </c:pt>
                <c:pt idx="778">
                  <c:v>19.100000000000001</c:v>
                </c:pt>
                <c:pt idx="779">
                  <c:v>5.2</c:v>
                </c:pt>
                <c:pt idx="780">
                  <c:v>19.8</c:v>
                </c:pt>
                <c:pt idx="781">
                  <c:v>12.4</c:v>
                </c:pt>
                <c:pt idx="782">
                  <c:v>10</c:v>
                </c:pt>
                <c:pt idx="783">
                  <c:v>6</c:v>
                </c:pt>
                <c:pt idx="784">
                  <c:v>8.4</c:v>
                </c:pt>
                <c:pt idx="785">
                  <c:v>16.600000000000001</c:v>
                </c:pt>
                <c:pt idx="786">
                  <c:v>4.2</c:v>
                </c:pt>
                <c:pt idx="787">
                  <c:v>7.1</c:v>
                </c:pt>
                <c:pt idx="788">
                  <c:v>10</c:v>
                </c:pt>
                <c:pt idx="789">
                  <c:v>15.4</c:v>
                </c:pt>
                <c:pt idx="790">
                  <c:v>17.7</c:v>
                </c:pt>
                <c:pt idx="791">
                  <c:v>12.3</c:v>
                </c:pt>
                <c:pt idx="792">
                  <c:v>14.5</c:v>
                </c:pt>
                <c:pt idx="793">
                  <c:v>18</c:v>
                </c:pt>
                <c:pt idx="794">
                  <c:v>14.4</c:v>
                </c:pt>
                <c:pt idx="795">
                  <c:v>12.8</c:v>
                </c:pt>
                <c:pt idx="796">
                  <c:v>6.6</c:v>
                </c:pt>
                <c:pt idx="797">
                  <c:v>12.6</c:v>
                </c:pt>
                <c:pt idx="798">
                  <c:v>15.5</c:v>
                </c:pt>
                <c:pt idx="799">
                  <c:v>10.1</c:v>
                </c:pt>
                <c:pt idx="800">
                  <c:v>11.4</c:v>
                </c:pt>
                <c:pt idx="801">
                  <c:v>19</c:v>
                </c:pt>
                <c:pt idx="802">
                  <c:v>12.4</c:v>
                </c:pt>
                <c:pt idx="803">
                  <c:v>3.4</c:v>
                </c:pt>
                <c:pt idx="804">
                  <c:v>16.8</c:v>
                </c:pt>
                <c:pt idx="805">
                  <c:v>6.1</c:v>
                </c:pt>
                <c:pt idx="806">
                  <c:v>12.4</c:v>
                </c:pt>
                <c:pt idx="807">
                  <c:v>4.5</c:v>
                </c:pt>
                <c:pt idx="808">
                  <c:v>9.8000000000000007</c:v>
                </c:pt>
                <c:pt idx="809">
                  <c:v>16.600000000000001</c:v>
                </c:pt>
                <c:pt idx="810">
                  <c:v>10.8</c:v>
                </c:pt>
                <c:pt idx="811">
                  <c:v>19.899999999999999</c:v>
                </c:pt>
                <c:pt idx="812">
                  <c:v>6.9</c:v>
                </c:pt>
                <c:pt idx="813">
                  <c:v>17.600000000000001</c:v>
                </c:pt>
                <c:pt idx="814">
                  <c:v>15.9</c:v>
                </c:pt>
                <c:pt idx="815">
                  <c:v>14</c:v>
                </c:pt>
                <c:pt idx="816">
                  <c:v>14.8</c:v>
                </c:pt>
                <c:pt idx="817">
                  <c:v>15.4</c:v>
                </c:pt>
                <c:pt idx="818">
                  <c:v>10.3</c:v>
                </c:pt>
                <c:pt idx="819">
                  <c:v>7.6</c:v>
                </c:pt>
                <c:pt idx="820">
                  <c:v>15.8</c:v>
                </c:pt>
                <c:pt idx="821">
                  <c:v>9.4</c:v>
                </c:pt>
                <c:pt idx="822">
                  <c:v>7.2</c:v>
                </c:pt>
                <c:pt idx="823">
                  <c:v>17.600000000000001</c:v>
                </c:pt>
                <c:pt idx="824">
                  <c:v>19.100000000000001</c:v>
                </c:pt>
                <c:pt idx="825">
                  <c:v>11.7</c:v>
                </c:pt>
                <c:pt idx="826">
                  <c:v>5.3</c:v>
                </c:pt>
                <c:pt idx="827">
                  <c:v>16.8</c:v>
                </c:pt>
                <c:pt idx="828">
                  <c:v>15</c:v>
                </c:pt>
                <c:pt idx="829">
                  <c:v>5.9</c:v>
                </c:pt>
                <c:pt idx="830">
                  <c:v>9.5</c:v>
                </c:pt>
                <c:pt idx="831">
                  <c:v>15.2</c:v>
                </c:pt>
                <c:pt idx="832">
                  <c:v>17.100000000000001</c:v>
                </c:pt>
                <c:pt idx="833">
                  <c:v>14.8</c:v>
                </c:pt>
                <c:pt idx="834">
                  <c:v>9.9</c:v>
                </c:pt>
                <c:pt idx="835">
                  <c:v>13.7</c:v>
                </c:pt>
                <c:pt idx="836">
                  <c:v>16.2</c:v>
                </c:pt>
                <c:pt idx="837">
                  <c:v>19.600000000000001</c:v>
                </c:pt>
                <c:pt idx="838">
                  <c:v>10.5</c:v>
                </c:pt>
                <c:pt idx="839">
                  <c:v>19.7</c:v>
                </c:pt>
                <c:pt idx="840">
                  <c:v>10.1</c:v>
                </c:pt>
                <c:pt idx="841">
                  <c:v>14</c:v>
                </c:pt>
                <c:pt idx="842">
                  <c:v>11.7</c:v>
                </c:pt>
                <c:pt idx="843">
                  <c:v>18.7</c:v>
                </c:pt>
                <c:pt idx="844">
                  <c:v>6.7</c:v>
                </c:pt>
                <c:pt idx="845">
                  <c:v>5.9</c:v>
                </c:pt>
                <c:pt idx="846">
                  <c:v>10.3</c:v>
                </c:pt>
                <c:pt idx="847">
                  <c:v>13.6</c:v>
                </c:pt>
                <c:pt idx="848">
                  <c:v>7</c:v>
                </c:pt>
                <c:pt idx="849">
                  <c:v>16.600000000000001</c:v>
                </c:pt>
                <c:pt idx="850">
                  <c:v>17.600000000000001</c:v>
                </c:pt>
                <c:pt idx="851">
                  <c:v>19.8</c:v>
                </c:pt>
                <c:pt idx="852">
                  <c:v>12.2</c:v>
                </c:pt>
                <c:pt idx="853">
                  <c:v>8.9</c:v>
                </c:pt>
                <c:pt idx="854">
                  <c:v>8.6999999999999993</c:v>
                </c:pt>
                <c:pt idx="855">
                  <c:v>7</c:v>
                </c:pt>
                <c:pt idx="856">
                  <c:v>10.1</c:v>
                </c:pt>
                <c:pt idx="857">
                  <c:v>8.6</c:v>
                </c:pt>
                <c:pt idx="858">
                  <c:v>8.1</c:v>
                </c:pt>
                <c:pt idx="859">
                  <c:v>13.8</c:v>
                </c:pt>
                <c:pt idx="860">
                  <c:v>17</c:v>
                </c:pt>
                <c:pt idx="861">
                  <c:v>17.600000000000001</c:v>
                </c:pt>
                <c:pt idx="862">
                  <c:v>16.100000000000001</c:v>
                </c:pt>
                <c:pt idx="863">
                  <c:v>6.4</c:v>
                </c:pt>
                <c:pt idx="864">
                  <c:v>12.3</c:v>
                </c:pt>
                <c:pt idx="865">
                  <c:v>11.6</c:v>
                </c:pt>
                <c:pt idx="866">
                  <c:v>12.3</c:v>
                </c:pt>
                <c:pt idx="867">
                  <c:v>7.7</c:v>
                </c:pt>
                <c:pt idx="868">
                  <c:v>6</c:v>
                </c:pt>
                <c:pt idx="869">
                  <c:v>4.8</c:v>
                </c:pt>
                <c:pt idx="870">
                  <c:v>13.7</c:v>
                </c:pt>
                <c:pt idx="871">
                  <c:v>18.100000000000001</c:v>
                </c:pt>
                <c:pt idx="872">
                  <c:v>8.3000000000000007</c:v>
                </c:pt>
                <c:pt idx="873">
                  <c:v>16.8</c:v>
                </c:pt>
                <c:pt idx="874">
                  <c:v>8.1</c:v>
                </c:pt>
                <c:pt idx="875">
                  <c:v>17</c:v>
                </c:pt>
                <c:pt idx="876">
                  <c:v>4.9000000000000004</c:v>
                </c:pt>
                <c:pt idx="877">
                  <c:v>14.7</c:v>
                </c:pt>
                <c:pt idx="878">
                  <c:v>9.6</c:v>
                </c:pt>
                <c:pt idx="879">
                  <c:v>18.5</c:v>
                </c:pt>
                <c:pt idx="880">
                  <c:v>18.7</c:v>
                </c:pt>
                <c:pt idx="881">
                  <c:v>12.3</c:v>
                </c:pt>
                <c:pt idx="882">
                  <c:v>5.8</c:v>
                </c:pt>
                <c:pt idx="883">
                  <c:v>8.8000000000000007</c:v>
                </c:pt>
                <c:pt idx="884">
                  <c:v>3.8</c:v>
                </c:pt>
                <c:pt idx="885">
                  <c:v>18.600000000000001</c:v>
                </c:pt>
                <c:pt idx="886">
                  <c:v>11.3</c:v>
                </c:pt>
                <c:pt idx="887">
                  <c:v>16.8</c:v>
                </c:pt>
                <c:pt idx="888">
                  <c:v>16.5</c:v>
                </c:pt>
                <c:pt idx="889">
                  <c:v>17.399999999999999</c:v>
                </c:pt>
                <c:pt idx="890">
                  <c:v>10.7</c:v>
                </c:pt>
                <c:pt idx="891">
                  <c:v>15.7</c:v>
                </c:pt>
                <c:pt idx="892">
                  <c:v>11.2</c:v>
                </c:pt>
                <c:pt idx="893">
                  <c:v>10.3</c:v>
                </c:pt>
                <c:pt idx="894">
                  <c:v>7.3</c:v>
                </c:pt>
                <c:pt idx="895">
                  <c:v>3.7</c:v>
                </c:pt>
                <c:pt idx="896">
                  <c:v>12.4</c:v>
                </c:pt>
                <c:pt idx="897">
                  <c:v>16.100000000000001</c:v>
                </c:pt>
                <c:pt idx="898">
                  <c:v>4.2</c:v>
                </c:pt>
                <c:pt idx="899">
                  <c:v>13.2</c:v>
                </c:pt>
                <c:pt idx="900">
                  <c:v>17.8</c:v>
                </c:pt>
                <c:pt idx="901">
                  <c:v>10.3</c:v>
                </c:pt>
                <c:pt idx="902">
                  <c:v>6.3</c:v>
                </c:pt>
                <c:pt idx="903">
                  <c:v>17.600000000000001</c:v>
                </c:pt>
                <c:pt idx="904">
                  <c:v>18.8</c:v>
                </c:pt>
                <c:pt idx="905">
                  <c:v>5.0999999999999996</c:v>
                </c:pt>
                <c:pt idx="906">
                  <c:v>5.8</c:v>
                </c:pt>
                <c:pt idx="907">
                  <c:v>18.7</c:v>
                </c:pt>
                <c:pt idx="908">
                  <c:v>13.6</c:v>
                </c:pt>
                <c:pt idx="909">
                  <c:v>11.8</c:v>
                </c:pt>
                <c:pt idx="910">
                  <c:v>10.4</c:v>
                </c:pt>
                <c:pt idx="911">
                  <c:v>8.9</c:v>
                </c:pt>
                <c:pt idx="912">
                  <c:v>15.5</c:v>
                </c:pt>
                <c:pt idx="913">
                  <c:v>3.2</c:v>
                </c:pt>
                <c:pt idx="914">
                  <c:v>19.5</c:v>
                </c:pt>
                <c:pt idx="915">
                  <c:v>10.3</c:v>
                </c:pt>
                <c:pt idx="916">
                  <c:v>6.3</c:v>
                </c:pt>
                <c:pt idx="917">
                  <c:v>5</c:v>
                </c:pt>
                <c:pt idx="918">
                  <c:v>3.8</c:v>
                </c:pt>
                <c:pt idx="919">
                  <c:v>3.7</c:v>
                </c:pt>
                <c:pt idx="920">
                  <c:v>8.4</c:v>
                </c:pt>
                <c:pt idx="921">
                  <c:v>19.399999999999999</c:v>
                </c:pt>
                <c:pt idx="922">
                  <c:v>7.8</c:v>
                </c:pt>
                <c:pt idx="923">
                  <c:v>7.8</c:v>
                </c:pt>
                <c:pt idx="924">
                  <c:v>18.5</c:v>
                </c:pt>
                <c:pt idx="925">
                  <c:v>17.5</c:v>
                </c:pt>
                <c:pt idx="926">
                  <c:v>19.399999999999999</c:v>
                </c:pt>
                <c:pt idx="927">
                  <c:v>18.899999999999999</c:v>
                </c:pt>
                <c:pt idx="928">
                  <c:v>9.9</c:v>
                </c:pt>
                <c:pt idx="929">
                  <c:v>5.2</c:v>
                </c:pt>
                <c:pt idx="930">
                  <c:v>14.5</c:v>
                </c:pt>
                <c:pt idx="931">
                  <c:v>6.8</c:v>
                </c:pt>
                <c:pt idx="932">
                  <c:v>5.5</c:v>
                </c:pt>
                <c:pt idx="933">
                  <c:v>16.100000000000001</c:v>
                </c:pt>
                <c:pt idx="934">
                  <c:v>10.6</c:v>
                </c:pt>
                <c:pt idx="935">
                  <c:v>18.5</c:v>
                </c:pt>
                <c:pt idx="936">
                  <c:v>15.8</c:v>
                </c:pt>
                <c:pt idx="937">
                  <c:v>7.7</c:v>
                </c:pt>
                <c:pt idx="938">
                  <c:v>6.5</c:v>
                </c:pt>
                <c:pt idx="939">
                  <c:v>7.8</c:v>
                </c:pt>
                <c:pt idx="940">
                  <c:v>19.600000000000001</c:v>
                </c:pt>
                <c:pt idx="941">
                  <c:v>6.1</c:v>
                </c:pt>
                <c:pt idx="942">
                  <c:v>9.6999999999999993</c:v>
                </c:pt>
                <c:pt idx="943">
                  <c:v>4</c:v>
                </c:pt>
                <c:pt idx="944">
                  <c:v>9.8000000000000007</c:v>
                </c:pt>
                <c:pt idx="945">
                  <c:v>13.2</c:v>
                </c:pt>
                <c:pt idx="946">
                  <c:v>11.6</c:v>
                </c:pt>
                <c:pt idx="947">
                  <c:v>9.3000000000000007</c:v>
                </c:pt>
                <c:pt idx="948">
                  <c:v>15.2</c:v>
                </c:pt>
                <c:pt idx="949">
                  <c:v>11.1</c:v>
                </c:pt>
                <c:pt idx="950">
                  <c:v>17.7</c:v>
                </c:pt>
                <c:pt idx="951">
                  <c:v>17.899999999999999</c:v>
                </c:pt>
                <c:pt idx="952">
                  <c:v>19.5</c:v>
                </c:pt>
                <c:pt idx="953">
                  <c:v>8.1999999999999993</c:v>
                </c:pt>
                <c:pt idx="954">
                  <c:v>11</c:v>
                </c:pt>
                <c:pt idx="955">
                  <c:v>8.8000000000000007</c:v>
                </c:pt>
                <c:pt idx="956">
                  <c:v>10.8</c:v>
                </c:pt>
                <c:pt idx="957">
                  <c:v>15.2</c:v>
                </c:pt>
                <c:pt idx="958">
                  <c:v>16.2</c:v>
                </c:pt>
                <c:pt idx="959">
                  <c:v>3.5</c:v>
                </c:pt>
                <c:pt idx="960">
                  <c:v>10.4</c:v>
                </c:pt>
                <c:pt idx="961">
                  <c:v>18.2</c:v>
                </c:pt>
                <c:pt idx="962">
                  <c:v>11.7</c:v>
                </c:pt>
                <c:pt idx="963">
                  <c:v>12.9</c:v>
                </c:pt>
                <c:pt idx="964">
                  <c:v>3.9</c:v>
                </c:pt>
                <c:pt idx="965">
                  <c:v>11.7</c:v>
                </c:pt>
                <c:pt idx="966">
                  <c:v>19.399999999999999</c:v>
                </c:pt>
                <c:pt idx="967">
                  <c:v>3.1</c:v>
                </c:pt>
                <c:pt idx="968">
                  <c:v>19.3</c:v>
                </c:pt>
                <c:pt idx="969">
                  <c:v>14.8</c:v>
                </c:pt>
                <c:pt idx="970">
                  <c:v>12.1</c:v>
                </c:pt>
                <c:pt idx="971">
                  <c:v>11.5</c:v>
                </c:pt>
                <c:pt idx="972">
                  <c:v>11.8</c:v>
                </c:pt>
                <c:pt idx="973">
                  <c:v>5.9</c:v>
                </c:pt>
                <c:pt idx="974">
                  <c:v>11.2</c:v>
                </c:pt>
                <c:pt idx="975">
                  <c:v>7.1</c:v>
                </c:pt>
                <c:pt idx="976">
                  <c:v>14</c:v>
                </c:pt>
                <c:pt idx="977">
                  <c:v>17.7</c:v>
                </c:pt>
                <c:pt idx="978">
                  <c:v>15.2</c:v>
                </c:pt>
                <c:pt idx="979">
                  <c:v>17.7</c:v>
                </c:pt>
                <c:pt idx="980">
                  <c:v>8.9</c:v>
                </c:pt>
                <c:pt idx="981">
                  <c:v>11.9</c:v>
                </c:pt>
                <c:pt idx="982">
                  <c:v>3.8</c:v>
                </c:pt>
                <c:pt idx="983">
                  <c:v>8.5</c:v>
                </c:pt>
                <c:pt idx="984">
                  <c:v>10.6</c:v>
                </c:pt>
                <c:pt idx="985">
                  <c:v>15.2</c:v>
                </c:pt>
                <c:pt idx="986">
                  <c:v>13.1</c:v>
                </c:pt>
                <c:pt idx="987">
                  <c:v>17.3</c:v>
                </c:pt>
                <c:pt idx="988">
                  <c:v>4.2</c:v>
                </c:pt>
                <c:pt idx="989">
                  <c:v>5.0999999999999996</c:v>
                </c:pt>
                <c:pt idx="990">
                  <c:v>15</c:v>
                </c:pt>
                <c:pt idx="991">
                  <c:v>19.2</c:v>
                </c:pt>
                <c:pt idx="992">
                  <c:v>7.5</c:v>
                </c:pt>
                <c:pt idx="993">
                  <c:v>9.1</c:v>
                </c:pt>
                <c:pt idx="994">
                  <c:v>3.2</c:v>
                </c:pt>
                <c:pt idx="995">
                  <c:v>8.1999999999999993</c:v>
                </c:pt>
                <c:pt idx="996">
                  <c:v>14.8</c:v>
                </c:pt>
                <c:pt idx="997">
                  <c:v>18.600000000000001</c:v>
                </c:pt>
                <c:pt idx="998">
                  <c:v>11.1</c:v>
                </c:pt>
                <c:pt idx="999">
                  <c:v>13.7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68D-4DEA-B01A-299E466600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70240816"/>
        <c:axId val="1375507056"/>
      </c:scatterChart>
      <c:valAx>
        <c:axId val="1270240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Progression-Free</a:t>
                </a:r>
                <a:r>
                  <a:rPr lang="en-IN" baseline="0"/>
                  <a:t> Survival (months)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5507056"/>
        <c:crosses val="autoZero"/>
        <c:crossBetween val="midCat"/>
      </c:valAx>
      <c:valAx>
        <c:axId val="1375507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Survival</a:t>
                </a:r>
                <a:r>
                  <a:rPr lang="en-IN" baseline="0"/>
                  <a:t> Rate (months)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2408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Success</a:t>
            </a:r>
            <a:r>
              <a:rPr lang="en-US" baseline="0"/>
              <a:t> Rate vs. Dose Administered</a:t>
            </a:r>
            <a:endParaRPr lang="en-US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Clean_Data!$AB$1</c:f>
              <c:strCache>
                <c:ptCount val="1"/>
                <c:pt idx="0">
                  <c:v>Dose_Administered_Numeric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Clean_Data!$AB$2:$AB$1001</c:f>
              <c:numCache>
                <c:formatCode>General</c:formatCode>
                <c:ptCount val="1000"/>
                <c:pt idx="0">
                  <c:v>200</c:v>
                </c:pt>
                <c:pt idx="1">
                  <c:v>100</c:v>
                </c:pt>
                <c:pt idx="2">
                  <c:v>150</c:v>
                </c:pt>
                <c:pt idx="3">
                  <c:v>150</c:v>
                </c:pt>
                <c:pt idx="4">
                  <c:v>200</c:v>
                </c:pt>
                <c:pt idx="5">
                  <c:v>50</c:v>
                </c:pt>
                <c:pt idx="6">
                  <c:v>100</c:v>
                </c:pt>
                <c:pt idx="7">
                  <c:v>50</c:v>
                </c:pt>
                <c:pt idx="8">
                  <c:v>150</c:v>
                </c:pt>
                <c:pt idx="9">
                  <c:v>200</c:v>
                </c:pt>
                <c:pt idx="10">
                  <c:v>100</c:v>
                </c:pt>
                <c:pt idx="11">
                  <c:v>150</c:v>
                </c:pt>
                <c:pt idx="12">
                  <c:v>200</c:v>
                </c:pt>
                <c:pt idx="13">
                  <c:v>200</c:v>
                </c:pt>
                <c:pt idx="14">
                  <c:v>50</c:v>
                </c:pt>
                <c:pt idx="15">
                  <c:v>50</c:v>
                </c:pt>
                <c:pt idx="16">
                  <c:v>200</c:v>
                </c:pt>
                <c:pt idx="17">
                  <c:v>50</c:v>
                </c:pt>
                <c:pt idx="18">
                  <c:v>100</c:v>
                </c:pt>
                <c:pt idx="19">
                  <c:v>200</c:v>
                </c:pt>
                <c:pt idx="20">
                  <c:v>100</c:v>
                </c:pt>
                <c:pt idx="21">
                  <c:v>50</c:v>
                </c:pt>
                <c:pt idx="22">
                  <c:v>200</c:v>
                </c:pt>
                <c:pt idx="23">
                  <c:v>100</c:v>
                </c:pt>
                <c:pt idx="24">
                  <c:v>50</c:v>
                </c:pt>
                <c:pt idx="25">
                  <c:v>200</c:v>
                </c:pt>
                <c:pt idx="26">
                  <c:v>100</c:v>
                </c:pt>
                <c:pt idx="27">
                  <c:v>100</c:v>
                </c:pt>
                <c:pt idx="28">
                  <c:v>150</c:v>
                </c:pt>
                <c:pt idx="29">
                  <c:v>50</c:v>
                </c:pt>
                <c:pt idx="30">
                  <c:v>150</c:v>
                </c:pt>
                <c:pt idx="31">
                  <c:v>100</c:v>
                </c:pt>
                <c:pt idx="32">
                  <c:v>200</c:v>
                </c:pt>
                <c:pt idx="33">
                  <c:v>150</c:v>
                </c:pt>
                <c:pt idx="34">
                  <c:v>100</c:v>
                </c:pt>
                <c:pt idx="35">
                  <c:v>100</c:v>
                </c:pt>
                <c:pt idx="36">
                  <c:v>50</c:v>
                </c:pt>
                <c:pt idx="37">
                  <c:v>50</c:v>
                </c:pt>
                <c:pt idx="38">
                  <c:v>100</c:v>
                </c:pt>
                <c:pt idx="39">
                  <c:v>200</c:v>
                </c:pt>
                <c:pt idx="40">
                  <c:v>100</c:v>
                </c:pt>
                <c:pt idx="41">
                  <c:v>100</c:v>
                </c:pt>
                <c:pt idx="42">
                  <c:v>200</c:v>
                </c:pt>
                <c:pt idx="43">
                  <c:v>50</c:v>
                </c:pt>
                <c:pt idx="44">
                  <c:v>100</c:v>
                </c:pt>
                <c:pt idx="45">
                  <c:v>100</c:v>
                </c:pt>
                <c:pt idx="46">
                  <c:v>50</c:v>
                </c:pt>
                <c:pt idx="47">
                  <c:v>200</c:v>
                </c:pt>
                <c:pt idx="48">
                  <c:v>100</c:v>
                </c:pt>
                <c:pt idx="49">
                  <c:v>100</c:v>
                </c:pt>
                <c:pt idx="50">
                  <c:v>50</c:v>
                </c:pt>
                <c:pt idx="51">
                  <c:v>150</c:v>
                </c:pt>
                <c:pt idx="52">
                  <c:v>150</c:v>
                </c:pt>
                <c:pt idx="53">
                  <c:v>100</c:v>
                </c:pt>
                <c:pt idx="54">
                  <c:v>200</c:v>
                </c:pt>
                <c:pt idx="55">
                  <c:v>200</c:v>
                </c:pt>
                <c:pt idx="56">
                  <c:v>100</c:v>
                </c:pt>
                <c:pt idx="57">
                  <c:v>150</c:v>
                </c:pt>
                <c:pt idx="58">
                  <c:v>150</c:v>
                </c:pt>
                <c:pt idx="59">
                  <c:v>150</c:v>
                </c:pt>
                <c:pt idx="60">
                  <c:v>100</c:v>
                </c:pt>
                <c:pt idx="61">
                  <c:v>100</c:v>
                </c:pt>
                <c:pt idx="62">
                  <c:v>50</c:v>
                </c:pt>
                <c:pt idx="63">
                  <c:v>150</c:v>
                </c:pt>
                <c:pt idx="64">
                  <c:v>200</c:v>
                </c:pt>
                <c:pt idx="65">
                  <c:v>50</c:v>
                </c:pt>
                <c:pt idx="66">
                  <c:v>100</c:v>
                </c:pt>
                <c:pt idx="67">
                  <c:v>200</c:v>
                </c:pt>
                <c:pt idx="68">
                  <c:v>100</c:v>
                </c:pt>
                <c:pt idx="69">
                  <c:v>200</c:v>
                </c:pt>
                <c:pt idx="70">
                  <c:v>200</c:v>
                </c:pt>
                <c:pt idx="71">
                  <c:v>200</c:v>
                </c:pt>
                <c:pt idx="72">
                  <c:v>50</c:v>
                </c:pt>
                <c:pt idx="73">
                  <c:v>50</c:v>
                </c:pt>
                <c:pt idx="74">
                  <c:v>100</c:v>
                </c:pt>
                <c:pt idx="75">
                  <c:v>100</c:v>
                </c:pt>
                <c:pt idx="76">
                  <c:v>100</c:v>
                </c:pt>
                <c:pt idx="77">
                  <c:v>200</c:v>
                </c:pt>
                <c:pt idx="78">
                  <c:v>150</c:v>
                </c:pt>
                <c:pt idx="79">
                  <c:v>200</c:v>
                </c:pt>
                <c:pt idx="80">
                  <c:v>100</c:v>
                </c:pt>
                <c:pt idx="81">
                  <c:v>50</c:v>
                </c:pt>
                <c:pt idx="82">
                  <c:v>100</c:v>
                </c:pt>
                <c:pt idx="83">
                  <c:v>50</c:v>
                </c:pt>
                <c:pt idx="84">
                  <c:v>100</c:v>
                </c:pt>
                <c:pt idx="85">
                  <c:v>200</c:v>
                </c:pt>
                <c:pt idx="86">
                  <c:v>50</c:v>
                </c:pt>
                <c:pt idx="87">
                  <c:v>50</c:v>
                </c:pt>
                <c:pt idx="88">
                  <c:v>200</c:v>
                </c:pt>
                <c:pt idx="89">
                  <c:v>50</c:v>
                </c:pt>
                <c:pt idx="90">
                  <c:v>150</c:v>
                </c:pt>
                <c:pt idx="91">
                  <c:v>50</c:v>
                </c:pt>
                <c:pt idx="92">
                  <c:v>200</c:v>
                </c:pt>
                <c:pt idx="93">
                  <c:v>200</c:v>
                </c:pt>
                <c:pt idx="94">
                  <c:v>100</c:v>
                </c:pt>
                <c:pt idx="95">
                  <c:v>100</c:v>
                </c:pt>
                <c:pt idx="96">
                  <c:v>150</c:v>
                </c:pt>
                <c:pt idx="97">
                  <c:v>150</c:v>
                </c:pt>
                <c:pt idx="98">
                  <c:v>50</c:v>
                </c:pt>
                <c:pt idx="99">
                  <c:v>50</c:v>
                </c:pt>
                <c:pt idx="100">
                  <c:v>50</c:v>
                </c:pt>
                <c:pt idx="101">
                  <c:v>150</c:v>
                </c:pt>
                <c:pt idx="102">
                  <c:v>200</c:v>
                </c:pt>
                <c:pt idx="103">
                  <c:v>100</c:v>
                </c:pt>
                <c:pt idx="104">
                  <c:v>200</c:v>
                </c:pt>
                <c:pt idx="105">
                  <c:v>50</c:v>
                </c:pt>
                <c:pt idx="106">
                  <c:v>50</c:v>
                </c:pt>
                <c:pt idx="107">
                  <c:v>100</c:v>
                </c:pt>
                <c:pt idx="108">
                  <c:v>50</c:v>
                </c:pt>
                <c:pt idx="109">
                  <c:v>200</c:v>
                </c:pt>
                <c:pt idx="110">
                  <c:v>50</c:v>
                </c:pt>
                <c:pt idx="111">
                  <c:v>150</c:v>
                </c:pt>
                <c:pt idx="112">
                  <c:v>200</c:v>
                </c:pt>
                <c:pt idx="113">
                  <c:v>200</c:v>
                </c:pt>
                <c:pt idx="114">
                  <c:v>150</c:v>
                </c:pt>
                <c:pt idx="115">
                  <c:v>100</c:v>
                </c:pt>
                <c:pt idx="116">
                  <c:v>200</c:v>
                </c:pt>
                <c:pt idx="117">
                  <c:v>100</c:v>
                </c:pt>
                <c:pt idx="118">
                  <c:v>200</c:v>
                </c:pt>
                <c:pt idx="119">
                  <c:v>50</c:v>
                </c:pt>
                <c:pt idx="120">
                  <c:v>200</c:v>
                </c:pt>
                <c:pt idx="121">
                  <c:v>150</c:v>
                </c:pt>
                <c:pt idx="122">
                  <c:v>150</c:v>
                </c:pt>
                <c:pt idx="123">
                  <c:v>100</c:v>
                </c:pt>
                <c:pt idx="124">
                  <c:v>200</c:v>
                </c:pt>
                <c:pt idx="125">
                  <c:v>100</c:v>
                </c:pt>
                <c:pt idx="126">
                  <c:v>200</c:v>
                </c:pt>
                <c:pt idx="127">
                  <c:v>150</c:v>
                </c:pt>
                <c:pt idx="128">
                  <c:v>100</c:v>
                </c:pt>
                <c:pt idx="129">
                  <c:v>200</c:v>
                </c:pt>
                <c:pt idx="130">
                  <c:v>150</c:v>
                </c:pt>
                <c:pt idx="131">
                  <c:v>150</c:v>
                </c:pt>
                <c:pt idx="132">
                  <c:v>150</c:v>
                </c:pt>
                <c:pt idx="133">
                  <c:v>150</c:v>
                </c:pt>
                <c:pt idx="134">
                  <c:v>200</c:v>
                </c:pt>
                <c:pt idx="135">
                  <c:v>50</c:v>
                </c:pt>
                <c:pt idx="136">
                  <c:v>200</c:v>
                </c:pt>
                <c:pt idx="137">
                  <c:v>150</c:v>
                </c:pt>
                <c:pt idx="138">
                  <c:v>50</c:v>
                </c:pt>
                <c:pt idx="139">
                  <c:v>50</c:v>
                </c:pt>
                <c:pt idx="140">
                  <c:v>200</c:v>
                </c:pt>
                <c:pt idx="141">
                  <c:v>200</c:v>
                </c:pt>
                <c:pt idx="142">
                  <c:v>50</c:v>
                </c:pt>
                <c:pt idx="143">
                  <c:v>150</c:v>
                </c:pt>
                <c:pt idx="144">
                  <c:v>50</c:v>
                </c:pt>
                <c:pt idx="145">
                  <c:v>200</c:v>
                </c:pt>
                <c:pt idx="146">
                  <c:v>100</c:v>
                </c:pt>
                <c:pt idx="147">
                  <c:v>50</c:v>
                </c:pt>
                <c:pt idx="148">
                  <c:v>50</c:v>
                </c:pt>
                <c:pt idx="149">
                  <c:v>100</c:v>
                </c:pt>
                <c:pt idx="150">
                  <c:v>150</c:v>
                </c:pt>
                <c:pt idx="151">
                  <c:v>50</c:v>
                </c:pt>
                <c:pt idx="152">
                  <c:v>100</c:v>
                </c:pt>
                <c:pt idx="153">
                  <c:v>200</c:v>
                </c:pt>
                <c:pt idx="154">
                  <c:v>100</c:v>
                </c:pt>
                <c:pt idx="155">
                  <c:v>200</c:v>
                </c:pt>
                <c:pt idx="156">
                  <c:v>100</c:v>
                </c:pt>
                <c:pt idx="157">
                  <c:v>150</c:v>
                </c:pt>
                <c:pt idx="158">
                  <c:v>50</c:v>
                </c:pt>
                <c:pt idx="159">
                  <c:v>200</c:v>
                </c:pt>
                <c:pt idx="160">
                  <c:v>150</c:v>
                </c:pt>
                <c:pt idx="161">
                  <c:v>200</c:v>
                </c:pt>
                <c:pt idx="162">
                  <c:v>50</c:v>
                </c:pt>
                <c:pt idx="163">
                  <c:v>100</c:v>
                </c:pt>
                <c:pt idx="164">
                  <c:v>100</c:v>
                </c:pt>
                <c:pt idx="165">
                  <c:v>50</c:v>
                </c:pt>
                <c:pt idx="166">
                  <c:v>50</c:v>
                </c:pt>
                <c:pt idx="167">
                  <c:v>100</c:v>
                </c:pt>
                <c:pt idx="168">
                  <c:v>100</c:v>
                </c:pt>
                <c:pt idx="169">
                  <c:v>50</c:v>
                </c:pt>
                <c:pt idx="170">
                  <c:v>150</c:v>
                </c:pt>
                <c:pt idx="171">
                  <c:v>150</c:v>
                </c:pt>
                <c:pt idx="172">
                  <c:v>50</c:v>
                </c:pt>
                <c:pt idx="173">
                  <c:v>100</c:v>
                </c:pt>
                <c:pt idx="174">
                  <c:v>150</c:v>
                </c:pt>
                <c:pt idx="175">
                  <c:v>200</c:v>
                </c:pt>
                <c:pt idx="176">
                  <c:v>100</c:v>
                </c:pt>
                <c:pt idx="177">
                  <c:v>100</c:v>
                </c:pt>
                <c:pt idx="178">
                  <c:v>200</c:v>
                </c:pt>
                <c:pt idx="179">
                  <c:v>150</c:v>
                </c:pt>
                <c:pt idx="180">
                  <c:v>200</c:v>
                </c:pt>
                <c:pt idx="181">
                  <c:v>50</c:v>
                </c:pt>
                <c:pt idx="182">
                  <c:v>150</c:v>
                </c:pt>
                <c:pt idx="183">
                  <c:v>50</c:v>
                </c:pt>
                <c:pt idx="184">
                  <c:v>50</c:v>
                </c:pt>
                <c:pt idx="185">
                  <c:v>50</c:v>
                </c:pt>
                <c:pt idx="186">
                  <c:v>50</c:v>
                </c:pt>
                <c:pt idx="187">
                  <c:v>100</c:v>
                </c:pt>
                <c:pt idx="188">
                  <c:v>200</c:v>
                </c:pt>
                <c:pt idx="189">
                  <c:v>150</c:v>
                </c:pt>
                <c:pt idx="190">
                  <c:v>50</c:v>
                </c:pt>
                <c:pt idx="191">
                  <c:v>150</c:v>
                </c:pt>
                <c:pt idx="192">
                  <c:v>50</c:v>
                </c:pt>
                <c:pt idx="193">
                  <c:v>200</c:v>
                </c:pt>
                <c:pt idx="194">
                  <c:v>100</c:v>
                </c:pt>
                <c:pt idx="195">
                  <c:v>150</c:v>
                </c:pt>
                <c:pt idx="196">
                  <c:v>200</c:v>
                </c:pt>
                <c:pt idx="197">
                  <c:v>100</c:v>
                </c:pt>
                <c:pt idx="198">
                  <c:v>150</c:v>
                </c:pt>
                <c:pt idx="199">
                  <c:v>150</c:v>
                </c:pt>
                <c:pt idx="200">
                  <c:v>50</c:v>
                </c:pt>
                <c:pt idx="201">
                  <c:v>100</c:v>
                </c:pt>
                <c:pt idx="202">
                  <c:v>150</c:v>
                </c:pt>
                <c:pt idx="203">
                  <c:v>50</c:v>
                </c:pt>
                <c:pt idx="204">
                  <c:v>100</c:v>
                </c:pt>
                <c:pt idx="205">
                  <c:v>100</c:v>
                </c:pt>
                <c:pt idx="206">
                  <c:v>100</c:v>
                </c:pt>
                <c:pt idx="207">
                  <c:v>150</c:v>
                </c:pt>
                <c:pt idx="208">
                  <c:v>200</c:v>
                </c:pt>
                <c:pt idx="209">
                  <c:v>100</c:v>
                </c:pt>
                <c:pt idx="210">
                  <c:v>200</c:v>
                </c:pt>
                <c:pt idx="211">
                  <c:v>100</c:v>
                </c:pt>
                <c:pt idx="212">
                  <c:v>100</c:v>
                </c:pt>
                <c:pt idx="213">
                  <c:v>100</c:v>
                </c:pt>
                <c:pt idx="214">
                  <c:v>50</c:v>
                </c:pt>
                <c:pt idx="215">
                  <c:v>50</c:v>
                </c:pt>
                <c:pt idx="216">
                  <c:v>200</c:v>
                </c:pt>
                <c:pt idx="217">
                  <c:v>200</c:v>
                </c:pt>
                <c:pt idx="218">
                  <c:v>200</c:v>
                </c:pt>
                <c:pt idx="219">
                  <c:v>150</c:v>
                </c:pt>
                <c:pt idx="220">
                  <c:v>100</c:v>
                </c:pt>
                <c:pt idx="221">
                  <c:v>100</c:v>
                </c:pt>
                <c:pt idx="222">
                  <c:v>50</c:v>
                </c:pt>
                <c:pt idx="223">
                  <c:v>200</c:v>
                </c:pt>
                <c:pt idx="224">
                  <c:v>50</c:v>
                </c:pt>
                <c:pt idx="225">
                  <c:v>50</c:v>
                </c:pt>
                <c:pt idx="226">
                  <c:v>100</c:v>
                </c:pt>
                <c:pt idx="227">
                  <c:v>150</c:v>
                </c:pt>
                <c:pt idx="228">
                  <c:v>150</c:v>
                </c:pt>
                <c:pt idx="229">
                  <c:v>100</c:v>
                </c:pt>
                <c:pt idx="230">
                  <c:v>50</c:v>
                </c:pt>
                <c:pt idx="231">
                  <c:v>100</c:v>
                </c:pt>
                <c:pt idx="232">
                  <c:v>150</c:v>
                </c:pt>
                <c:pt idx="233">
                  <c:v>50</c:v>
                </c:pt>
                <c:pt idx="234">
                  <c:v>50</c:v>
                </c:pt>
                <c:pt idx="235">
                  <c:v>150</c:v>
                </c:pt>
                <c:pt idx="236">
                  <c:v>50</c:v>
                </c:pt>
                <c:pt idx="237">
                  <c:v>150</c:v>
                </c:pt>
                <c:pt idx="238">
                  <c:v>200</c:v>
                </c:pt>
                <c:pt idx="239">
                  <c:v>150</c:v>
                </c:pt>
                <c:pt idx="240">
                  <c:v>200</c:v>
                </c:pt>
                <c:pt idx="241">
                  <c:v>50</c:v>
                </c:pt>
                <c:pt idx="242">
                  <c:v>50</c:v>
                </c:pt>
                <c:pt idx="243">
                  <c:v>50</c:v>
                </c:pt>
                <c:pt idx="244">
                  <c:v>200</c:v>
                </c:pt>
                <c:pt idx="245">
                  <c:v>150</c:v>
                </c:pt>
                <c:pt idx="246">
                  <c:v>200</c:v>
                </c:pt>
                <c:pt idx="247">
                  <c:v>200</c:v>
                </c:pt>
                <c:pt idx="248">
                  <c:v>150</c:v>
                </c:pt>
                <c:pt idx="249">
                  <c:v>100</c:v>
                </c:pt>
                <c:pt idx="250">
                  <c:v>100</c:v>
                </c:pt>
                <c:pt idx="251">
                  <c:v>150</c:v>
                </c:pt>
                <c:pt idx="252">
                  <c:v>50</c:v>
                </c:pt>
                <c:pt idx="253">
                  <c:v>50</c:v>
                </c:pt>
                <c:pt idx="254">
                  <c:v>100</c:v>
                </c:pt>
                <c:pt idx="255">
                  <c:v>100</c:v>
                </c:pt>
                <c:pt idx="256">
                  <c:v>100</c:v>
                </c:pt>
                <c:pt idx="257">
                  <c:v>150</c:v>
                </c:pt>
                <c:pt idx="258">
                  <c:v>50</c:v>
                </c:pt>
                <c:pt idx="259">
                  <c:v>100</c:v>
                </c:pt>
                <c:pt idx="260">
                  <c:v>150</c:v>
                </c:pt>
                <c:pt idx="261">
                  <c:v>50</c:v>
                </c:pt>
                <c:pt idx="262">
                  <c:v>100</c:v>
                </c:pt>
                <c:pt idx="263">
                  <c:v>200</c:v>
                </c:pt>
                <c:pt idx="264">
                  <c:v>200</c:v>
                </c:pt>
                <c:pt idx="265">
                  <c:v>200</c:v>
                </c:pt>
                <c:pt idx="266">
                  <c:v>100</c:v>
                </c:pt>
                <c:pt idx="267">
                  <c:v>200</c:v>
                </c:pt>
                <c:pt idx="268">
                  <c:v>150</c:v>
                </c:pt>
                <c:pt idx="269">
                  <c:v>200</c:v>
                </c:pt>
                <c:pt idx="270">
                  <c:v>100</c:v>
                </c:pt>
                <c:pt idx="271">
                  <c:v>100</c:v>
                </c:pt>
                <c:pt idx="272">
                  <c:v>200</c:v>
                </c:pt>
                <c:pt idx="273">
                  <c:v>100</c:v>
                </c:pt>
                <c:pt idx="274">
                  <c:v>50</c:v>
                </c:pt>
                <c:pt idx="275">
                  <c:v>50</c:v>
                </c:pt>
                <c:pt idx="276">
                  <c:v>50</c:v>
                </c:pt>
                <c:pt idx="277">
                  <c:v>50</c:v>
                </c:pt>
                <c:pt idx="278">
                  <c:v>100</c:v>
                </c:pt>
                <c:pt idx="279">
                  <c:v>100</c:v>
                </c:pt>
                <c:pt idx="280">
                  <c:v>200</c:v>
                </c:pt>
                <c:pt idx="281">
                  <c:v>150</c:v>
                </c:pt>
                <c:pt idx="282">
                  <c:v>50</c:v>
                </c:pt>
                <c:pt idx="283">
                  <c:v>150</c:v>
                </c:pt>
                <c:pt idx="284">
                  <c:v>200</c:v>
                </c:pt>
                <c:pt idx="285">
                  <c:v>200</c:v>
                </c:pt>
                <c:pt idx="286">
                  <c:v>150</c:v>
                </c:pt>
                <c:pt idx="287">
                  <c:v>100</c:v>
                </c:pt>
                <c:pt idx="288">
                  <c:v>50</c:v>
                </c:pt>
                <c:pt idx="289">
                  <c:v>200</c:v>
                </c:pt>
                <c:pt idx="290">
                  <c:v>100</c:v>
                </c:pt>
                <c:pt idx="291">
                  <c:v>150</c:v>
                </c:pt>
                <c:pt idx="292">
                  <c:v>100</c:v>
                </c:pt>
                <c:pt idx="293">
                  <c:v>200</c:v>
                </c:pt>
                <c:pt idx="294">
                  <c:v>100</c:v>
                </c:pt>
                <c:pt idx="295">
                  <c:v>150</c:v>
                </c:pt>
                <c:pt idx="296">
                  <c:v>200</c:v>
                </c:pt>
                <c:pt idx="297">
                  <c:v>100</c:v>
                </c:pt>
                <c:pt idx="298">
                  <c:v>100</c:v>
                </c:pt>
                <c:pt idx="299">
                  <c:v>50</c:v>
                </c:pt>
                <c:pt idx="300">
                  <c:v>50</c:v>
                </c:pt>
                <c:pt idx="301">
                  <c:v>150</c:v>
                </c:pt>
                <c:pt idx="302">
                  <c:v>200</c:v>
                </c:pt>
                <c:pt idx="303">
                  <c:v>50</c:v>
                </c:pt>
                <c:pt idx="304">
                  <c:v>200</c:v>
                </c:pt>
                <c:pt idx="305">
                  <c:v>150</c:v>
                </c:pt>
                <c:pt idx="306">
                  <c:v>150</c:v>
                </c:pt>
                <c:pt idx="307">
                  <c:v>50</c:v>
                </c:pt>
                <c:pt idx="308">
                  <c:v>100</c:v>
                </c:pt>
                <c:pt idx="309">
                  <c:v>150</c:v>
                </c:pt>
                <c:pt idx="310">
                  <c:v>150</c:v>
                </c:pt>
                <c:pt idx="311">
                  <c:v>150</c:v>
                </c:pt>
                <c:pt idx="312">
                  <c:v>200</c:v>
                </c:pt>
                <c:pt idx="313">
                  <c:v>200</c:v>
                </c:pt>
                <c:pt idx="314">
                  <c:v>50</c:v>
                </c:pt>
                <c:pt idx="315">
                  <c:v>200</c:v>
                </c:pt>
                <c:pt idx="316">
                  <c:v>200</c:v>
                </c:pt>
                <c:pt idx="317">
                  <c:v>200</c:v>
                </c:pt>
                <c:pt idx="318">
                  <c:v>100</c:v>
                </c:pt>
                <c:pt idx="319">
                  <c:v>50</c:v>
                </c:pt>
                <c:pt idx="320">
                  <c:v>200</c:v>
                </c:pt>
                <c:pt idx="321">
                  <c:v>50</c:v>
                </c:pt>
                <c:pt idx="322">
                  <c:v>50</c:v>
                </c:pt>
                <c:pt idx="323">
                  <c:v>100</c:v>
                </c:pt>
                <c:pt idx="324">
                  <c:v>100</c:v>
                </c:pt>
                <c:pt idx="325">
                  <c:v>100</c:v>
                </c:pt>
                <c:pt idx="326">
                  <c:v>50</c:v>
                </c:pt>
                <c:pt idx="327">
                  <c:v>100</c:v>
                </c:pt>
                <c:pt idx="328">
                  <c:v>100</c:v>
                </c:pt>
                <c:pt idx="329">
                  <c:v>150</c:v>
                </c:pt>
                <c:pt idx="330">
                  <c:v>100</c:v>
                </c:pt>
                <c:pt idx="331">
                  <c:v>150</c:v>
                </c:pt>
                <c:pt idx="332">
                  <c:v>100</c:v>
                </c:pt>
                <c:pt idx="333">
                  <c:v>200</c:v>
                </c:pt>
                <c:pt idx="334">
                  <c:v>150</c:v>
                </c:pt>
                <c:pt idx="335">
                  <c:v>50</c:v>
                </c:pt>
                <c:pt idx="336">
                  <c:v>100</c:v>
                </c:pt>
                <c:pt idx="337">
                  <c:v>150</c:v>
                </c:pt>
                <c:pt idx="338">
                  <c:v>200</c:v>
                </c:pt>
                <c:pt idx="339">
                  <c:v>200</c:v>
                </c:pt>
                <c:pt idx="340">
                  <c:v>100</c:v>
                </c:pt>
                <c:pt idx="341">
                  <c:v>50</c:v>
                </c:pt>
                <c:pt idx="342">
                  <c:v>150</c:v>
                </c:pt>
                <c:pt idx="343">
                  <c:v>100</c:v>
                </c:pt>
                <c:pt idx="344">
                  <c:v>50</c:v>
                </c:pt>
                <c:pt idx="345">
                  <c:v>100</c:v>
                </c:pt>
                <c:pt idx="346">
                  <c:v>50</c:v>
                </c:pt>
                <c:pt idx="347">
                  <c:v>150</c:v>
                </c:pt>
                <c:pt idx="348">
                  <c:v>150</c:v>
                </c:pt>
                <c:pt idx="349">
                  <c:v>200</c:v>
                </c:pt>
                <c:pt idx="350">
                  <c:v>150</c:v>
                </c:pt>
                <c:pt idx="351">
                  <c:v>200</c:v>
                </c:pt>
                <c:pt idx="352">
                  <c:v>150</c:v>
                </c:pt>
                <c:pt idx="353">
                  <c:v>200</c:v>
                </c:pt>
                <c:pt idx="354">
                  <c:v>150</c:v>
                </c:pt>
                <c:pt idx="355">
                  <c:v>100</c:v>
                </c:pt>
                <c:pt idx="356">
                  <c:v>100</c:v>
                </c:pt>
                <c:pt idx="357">
                  <c:v>100</c:v>
                </c:pt>
                <c:pt idx="358">
                  <c:v>100</c:v>
                </c:pt>
                <c:pt idx="359">
                  <c:v>200</c:v>
                </c:pt>
                <c:pt idx="360">
                  <c:v>200</c:v>
                </c:pt>
                <c:pt idx="361">
                  <c:v>200</c:v>
                </c:pt>
                <c:pt idx="362">
                  <c:v>150</c:v>
                </c:pt>
                <c:pt idx="363">
                  <c:v>200</c:v>
                </c:pt>
                <c:pt idx="364">
                  <c:v>50</c:v>
                </c:pt>
                <c:pt idx="365">
                  <c:v>50</c:v>
                </c:pt>
                <c:pt idx="366">
                  <c:v>150</c:v>
                </c:pt>
                <c:pt idx="367">
                  <c:v>150</c:v>
                </c:pt>
                <c:pt idx="368">
                  <c:v>50</c:v>
                </c:pt>
                <c:pt idx="369">
                  <c:v>200</c:v>
                </c:pt>
                <c:pt idx="370">
                  <c:v>200</c:v>
                </c:pt>
                <c:pt idx="371">
                  <c:v>100</c:v>
                </c:pt>
                <c:pt idx="372">
                  <c:v>200</c:v>
                </c:pt>
                <c:pt idx="373">
                  <c:v>100</c:v>
                </c:pt>
                <c:pt idx="374">
                  <c:v>150</c:v>
                </c:pt>
                <c:pt idx="375">
                  <c:v>100</c:v>
                </c:pt>
                <c:pt idx="376">
                  <c:v>150</c:v>
                </c:pt>
                <c:pt idx="377">
                  <c:v>100</c:v>
                </c:pt>
                <c:pt idx="378">
                  <c:v>100</c:v>
                </c:pt>
                <c:pt idx="379">
                  <c:v>150</c:v>
                </c:pt>
                <c:pt idx="380">
                  <c:v>200</c:v>
                </c:pt>
                <c:pt idx="381">
                  <c:v>100</c:v>
                </c:pt>
                <c:pt idx="382">
                  <c:v>50</c:v>
                </c:pt>
                <c:pt idx="383">
                  <c:v>150</c:v>
                </c:pt>
                <c:pt idx="384">
                  <c:v>200</c:v>
                </c:pt>
                <c:pt idx="385">
                  <c:v>50</c:v>
                </c:pt>
                <c:pt idx="386">
                  <c:v>50</c:v>
                </c:pt>
                <c:pt idx="387">
                  <c:v>200</c:v>
                </c:pt>
                <c:pt idx="388">
                  <c:v>100</c:v>
                </c:pt>
                <c:pt idx="389">
                  <c:v>100</c:v>
                </c:pt>
                <c:pt idx="390">
                  <c:v>50</c:v>
                </c:pt>
                <c:pt idx="391">
                  <c:v>100</c:v>
                </c:pt>
                <c:pt idx="392">
                  <c:v>100</c:v>
                </c:pt>
                <c:pt idx="393">
                  <c:v>150</c:v>
                </c:pt>
                <c:pt idx="394">
                  <c:v>150</c:v>
                </c:pt>
                <c:pt idx="395">
                  <c:v>100</c:v>
                </c:pt>
                <c:pt idx="396">
                  <c:v>150</c:v>
                </c:pt>
                <c:pt idx="397">
                  <c:v>50</c:v>
                </c:pt>
                <c:pt idx="398">
                  <c:v>200</c:v>
                </c:pt>
                <c:pt idx="399">
                  <c:v>100</c:v>
                </c:pt>
                <c:pt idx="400">
                  <c:v>100</c:v>
                </c:pt>
                <c:pt idx="401">
                  <c:v>50</c:v>
                </c:pt>
                <c:pt idx="402">
                  <c:v>100</c:v>
                </c:pt>
                <c:pt idx="403">
                  <c:v>100</c:v>
                </c:pt>
                <c:pt idx="404">
                  <c:v>50</c:v>
                </c:pt>
                <c:pt idx="405">
                  <c:v>50</c:v>
                </c:pt>
                <c:pt idx="406">
                  <c:v>200</c:v>
                </c:pt>
                <c:pt idx="407">
                  <c:v>200</c:v>
                </c:pt>
                <c:pt idx="408">
                  <c:v>50</c:v>
                </c:pt>
                <c:pt idx="409">
                  <c:v>150</c:v>
                </c:pt>
                <c:pt idx="410">
                  <c:v>50</c:v>
                </c:pt>
                <c:pt idx="411">
                  <c:v>50</c:v>
                </c:pt>
                <c:pt idx="412">
                  <c:v>200</c:v>
                </c:pt>
                <c:pt idx="413">
                  <c:v>50</c:v>
                </c:pt>
                <c:pt idx="414">
                  <c:v>100</c:v>
                </c:pt>
                <c:pt idx="415">
                  <c:v>150</c:v>
                </c:pt>
                <c:pt idx="416">
                  <c:v>150</c:v>
                </c:pt>
                <c:pt idx="417">
                  <c:v>150</c:v>
                </c:pt>
                <c:pt idx="418">
                  <c:v>200</c:v>
                </c:pt>
                <c:pt idx="419">
                  <c:v>50</c:v>
                </c:pt>
                <c:pt idx="420">
                  <c:v>150</c:v>
                </c:pt>
                <c:pt idx="421">
                  <c:v>100</c:v>
                </c:pt>
                <c:pt idx="422">
                  <c:v>100</c:v>
                </c:pt>
                <c:pt idx="423">
                  <c:v>100</c:v>
                </c:pt>
                <c:pt idx="424">
                  <c:v>50</c:v>
                </c:pt>
                <c:pt idx="425">
                  <c:v>100</c:v>
                </c:pt>
                <c:pt idx="426">
                  <c:v>50</c:v>
                </c:pt>
                <c:pt idx="427">
                  <c:v>100</c:v>
                </c:pt>
                <c:pt idx="428">
                  <c:v>150</c:v>
                </c:pt>
                <c:pt idx="429">
                  <c:v>200</c:v>
                </c:pt>
                <c:pt idx="430">
                  <c:v>100</c:v>
                </c:pt>
                <c:pt idx="431">
                  <c:v>150</c:v>
                </c:pt>
                <c:pt idx="432">
                  <c:v>200</c:v>
                </c:pt>
                <c:pt idx="433">
                  <c:v>50</c:v>
                </c:pt>
                <c:pt idx="434">
                  <c:v>50</c:v>
                </c:pt>
                <c:pt idx="435">
                  <c:v>100</c:v>
                </c:pt>
                <c:pt idx="436">
                  <c:v>100</c:v>
                </c:pt>
                <c:pt idx="437">
                  <c:v>150</c:v>
                </c:pt>
                <c:pt idx="438">
                  <c:v>50</c:v>
                </c:pt>
                <c:pt idx="439">
                  <c:v>50</c:v>
                </c:pt>
                <c:pt idx="440">
                  <c:v>50</c:v>
                </c:pt>
                <c:pt idx="441">
                  <c:v>50</c:v>
                </c:pt>
                <c:pt idx="442">
                  <c:v>50</c:v>
                </c:pt>
                <c:pt idx="443">
                  <c:v>200</c:v>
                </c:pt>
                <c:pt idx="444">
                  <c:v>50</c:v>
                </c:pt>
                <c:pt idx="445">
                  <c:v>100</c:v>
                </c:pt>
                <c:pt idx="446">
                  <c:v>50</c:v>
                </c:pt>
                <c:pt idx="447">
                  <c:v>100</c:v>
                </c:pt>
                <c:pt idx="448">
                  <c:v>200</c:v>
                </c:pt>
                <c:pt idx="449">
                  <c:v>150</c:v>
                </c:pt>
                <c:pt idx="450">
                  <c:v>50</c:v>
                </c:pt>
                <c:pt idx="451">
                  <c:v>50</c:v>
                </c:pt>
                <c:pt idx="452">
                  <c:v>50</c:v>
                </c:pt>
                <c:pt idx="453">
                  <c:v>150</c:v>
                </c:pt>
                <c:pt idx="454">
                  <c:v>150</c:v>
                </c:pt>
                <c:pt idx="455">
                  <c:v>150</c:v>
                </c:pt>
                <c:pt idx="456">
                  <c:v>100</c:v>
                </c:pt>
                <c:pt idx="457">
                  <c:v>200</c:v>
                </c:pt>
                <c:pt idx="458">
                  <c:v>150</c:v>
                </c:pt>
                <c:pt idx="459">
                  <c:v>100</c:v>
                </c:pt>
                <c:pt idx="460">
                  <c:v>150</c:v>
                </c:pt>
                <c:pt idx="461">
                  <c:v>150</c:v>
                </c:pt>
                <c:pt idx="462">
                  <c:v>150</c:v>
                </c:pt>
                <c:pt idx="463">
                  <c:v>200</c:v>
                </c:pt>
                <c:pt idx="464">
                  <c:v>50</c:v>
                </c:pt>
                <c:pt idx="465">
                  <c:v>200</c:v>
                </c:pt>
                <c:pt idx="466">
                  <c:v>50</c:v>
                </c:pt>
                <c:pt idx="467">
                  <c:v>100</c:v>
                </c:pt>
                <c:pt idx="468">
                  <c:v>200</c:v>
                </c:pt>
                <c:pt idx="469">
                  <c:v>50</c:v>
                </c:pt>
                <c:pt idx="470">
                  <c:v>200</c:v>
                </c:pt>
                <c:pt idx="471">
                  <c:v>100</c:v>
                </c:pt>
                <c:pt idx="472">
                  <c:v>50</c:v>
                </c:pt>
                <c:pt idx="473">
                  <c:v>200</c:v>
                </c:pt>
                <c:pt idx="474">
                  <c:v>100</c:v>
                </c:pt>
                <c:pt idx="475">
                  <c:v>100</c:v>
                </c:pt>
                <c:pt idx="476">
                  <c:v>200</c:v>
                </c:pt>
                <c:pt idx="477">
                  <c:v>150</c:v>
                </c:pt>
                <c:pt idx="478">
                  <c:v>50</c:v>
                </c:pt>
                <c:pt idx="479">
                  <c:v>150</c:v>
                </c:pt>
                <c:pt idx="480">
                  <c:v>50</c:v>
                </c:pt>
                <c:pt idx="481">
                  <c:v>200</c:v>
                </c:pt>
                <c:pt idx="482">
                  <c:v>200</c:v>
                </c:pt>
                <c:pt idx="483">
                  <c:v>200</c:v>
                </c:pt>
                <c:pt idx="484">
                  <c:v>100</c:v>
                </c:pt>
                <c:pt idx="485">
                  <c:v>200</c:v>
                </c:pt>
                <c:pt idx="486">
                  <c:v>150</c:v>
                </c:pt>
                <c:pt idx="487">
                  <c:v>50</c:v>
                </c:pt>
                <c:pt idx="488">
                  <c:v>150</c:v>
                </c:pt>
                <c:pt idx="489">
                  <c:v>100</c:v>
                </c:pt>
                <c:pt idx="490">
                  <c:v>150</c:v>
                </c:pt>
                <c:pt idx="491">
                  <c:v>150</c:v>
                </c:pt>
                <c:pt idx="492">
                  <c:v>50</c:v>
                </c:pt>
                <c:pt idx="493">
                  <c:v>200</c:v>
                </c:pt>
                <c:pt idx="494">
                  <c:v>200</c:v>
                </c:pt>
                <c:pt idx="495">
                  <c:v>50</c:v>
                </c:pt>
                <c:pt idx="496">
                  <c:v>50</c:v>
                </c:pt>
                <c:pt idx="497">
                  <c:v>150</c:v>
                </c:pt>
                <c:pt idx="498">
                  <c:v>200</c:v>
                </c:pt>
                <c:pt idx="499">
                  <c:v>150</c:v>
                </c:pt>
                <c:pt idx="500">
                  <c:v>200</c:v>
                </c:pt>
                <c:pt idx="501">
                  <c:v>200</c:v>
                </c:pt>
                <c:pt idx="502">
                  <c:v>200</c:v>
                </c:pt>
                <c:pt idx="503">
                  <c:v>150</c:v>
                </c:pt>
                <c:pt idx="504">
                  <c:v>150</c:v>
                </c:pt>
                <c:pt idx="505">
                  <c:v>200</c:v>
                </c:pt>
                <c:pt idx="506">
                  <c:v>50</c:v>
                </c:pt>
                <c:pt idx="507">
                  <c:v>50</c:v>
                </c:pt>
                <c:pt idx="508">
                  <c:v>50</c:v>
                </c:pt>
                <c:pt idx="509">
                  <c:v>200</c:v>
                </c:pt>
                <c:pt idx="510">
                  <c:v>100</c:v>
                </c:pt>
                <c:pt idx="511">
                  <c:v>150</c:v>
                </c:pt>
                <c:pt idx="512">
                  <c:v>100</c:v>
                </c:pt>
                <c:pt idx="513">
                  <c:v>100</c:v>
                </c:pt>
                <c:pt idx="514">
                  <c:v>100</c:v>
                </c:pt>
                <c:pt idx="515">
                  <c:v>200</c:v>
                </c:pt>
                <c:pt idx="516">
                  <c:v>200</c:v>
                </c:pt>
                <c:pt idx="517">
                  <c:v>150</c:v>
                </c:pt>
                <c:pt idx="518">
                  <c:v>200</c:v>
                </c:pt>
                <c:pt idx="519">
                  <c:v>150</c:v>
                </c:pt>
                <c:pt idx="520">
                  <c:v>200</c:v>
                </c:pt>
                <c:pt idx="521">
                  <c:v>200</c:v>
                </c:pt>
                <c:pt idx="522">
                  <c:v>100</c:v>
                </c:pt>
                <c:pt idx="523">
                  <c:v>50</c:v>
                </c:pt>
                <c:pt idx="524">
                  <c:v>150</c:v>
                </c:pt>
                <c:pt idx="525">
                  <c:v>150</c:v>
                </c:pt>
                <c:pt idx="526">
                  <c:v>100</c:v>
                </c:pt>
                <c:pt idx="527">
                  <c:v>100</c:v>
                </c:pt>
                <c:pt idx="528">
                  <c:v>150</c:v>
                </c:pt>
                <c:pt idx="529">
                  <c:v>50</c:v>
                </c:pt>
                <c:pt idx="530">
                  <c:v>100</c:v>
                </c:pt>
                <c:pt idx="531">
                  <c:v>100</c:v>
                </c:pt>
                <c:pt idx="532">
                  <c:v>200</c:v>
                </c:pt>
                <c:pt idx="533">
                  <c:v>200</c:v>
                </c:pt>
                <c:pt idx="534">
                  <c:v>100</c:v>
                </c:pt>
                <c:pt idx="535">
                  <c:v>150</c:v>
                </c:pt>
                <c:pt idx="536">
                  <c:v>150</c:v>
                </c:pt>
                <c:pt idx="537">
                  <c:v>200</c:v>
                </c:pt>
                <c:pt idx="538">
                  <c:v>150</c:v>
                </c:pt>
                <c:pt idx="539">
                  <c:v>150</c:v>
                </c:pt>
                <c:pt idx="540">
                  <c:v>200</c:v>
                </c:pt>
                <c:pt idx="541">
                  <c:v>50</c:v>
                </c:pt>
                <c:pt idx="542">
                  <c:v>50</c:v>
                </c:pt>
                <c:pt idx="543">
                  <c:v>100</c:v>
                </c:pt>
                <c:pt idx="544">
                  <c:v>150</c:v>
                </c:pt>
                <c:pt idx="545">
                  <c:v>50</c:v>
                </c:pt>
                <c:pt idx="546">
                  <c:v>200</c:v>
                </c:pt>
                <c:pt idx="547">
                  <c:v>100</c:v>
                </c:pt>
                <c:pt idx="548">
                  <c:v>100</c:v>
                </c:pt>
                <c:pt idx="549">
                  <c:v>100</c:v>
                </c:pt>
                <c:pt idx="550">
                  <c:v>200</c:v>
                </c:pt>
                <c:pt idx="551">
                  <c:v>150</c:v>
                </c:pt>
                <c:pt idx="552">
                  <c:v>150</c:v>
                </c:pt>
                <c:pt idx="553">
                  <c:v>200</c:v>
                </c:pt>
                <c:pt idx="554">
                  <c:v>200</c:v>
                </c:pt>
                <c:pt idx="555">
                  <c:v>100</c:v>
                </c:pt>
                <c:pt idx="556">
                  <c:v>50</c:v>
                </c:pt>
                <c:pt idx="557">
                  <c:v>100</c:v>
                </c:pt>
                <c:pt idx="558">
                  <c:v>200</c:v>
                </c:pt>
                <c:pt idx="559">
                  <c:v>200</c:v>
                </c:pt>
                <c:pt idx="560">
                  <c:v>150</c:v>
                </c:pt>
                <c:pt idx="561">
                  <c:v>50</c:v>
                </c:pt>
                <c:pt idx="562">
                  <c:v>100</c:v>
                </c:pt>
                <c:pt idx="563">
                  <c:v>150</c:v>
                </c:pt>
                <c:pt idx="564">
                  <c:v>200</c:v>
                </c:pt>
                <c:pt idx="565">
                  <c:v>150</c:v>
                </c:pt>
                <c:pt idx="566">
                  <c:v>150</c:v>
                </c:pt>
                <c:pt idx="567">
                  <c:v>100</c:v>
                </c:pt>
                <c:pt idx="568">
                  <c:v>150</c:v>
                </c:pt>
                <c:pt idx="569">
                  <c:v>50</c:v>
                </c:pt>
                <c:pt idx="570">
                  <c:v>50</c:v>
                </c:pt>
                <c:pt idx="571">
                  <c:v>50</c:v>
                </c:pt>
                <c:pt idx="572">
                  <c:v>50</c:v>
                </c:pt>
                <c:pt idx="573">
                  <c:v>100</c:v>
                </c:pt>
                <c:pt idx="574">
                  <c:v>50</c:v>
                </c:pt>
                <c:pt idx="575">
                  <c:v>200</c:v>
                </c:pt>
                <c:pt idx="576">
                  <c:v>150</c:v>
                </c:pt>
                <c:pt idx="577">
                  <c:v>50</c:v>
                </c:pt>
                <c:pt idx="578">
                  <c:v>50</c:v>
                </c:pt>
                <c:pt idx="579">
                  <c:v>100</c:v>
                </c:pt>
                <c:pt idx="580">
                  <c:v>100</c:v>
                </c:pt>
                <c:pt idx="581">
                  <c:v>150</c:v>
                </c:pt>
                <c:pt idx="582">
                  <c:v>200</c:v>
                </c:pt>
                <c:pt idx="583">
                  <c:v>200</c:v>
                </c:pt>
                <c:pt idx="584">
                  <c:v>200</c:v>
                </c:pt>
                <c:pt idx="585">
                  <c:v>100</c:v>
                </c:pt>
                <c:pt idx="586">
                  <c:v>150</c:v>
                </c:pt>
                <c:pt idx="587">
                  <c:v>50</c:v>
                </c:pt>
                <c:pt idx="588">
                  <c:v>150</c:v>
                </c:pt>
                <c:pt idx="589">
                  <c:v>200</c:v>
                </c:pt>
                <c:pt idx="590">
                  <c:v>100</c:v>
                </c:pt>
                <c:pt idx="591">
                  <c:v>100</c:v>
                </c:pt>
                <c:pt idx="592">
                  <c:v>100</c:v>
                </c:pt>
                <c:pt idx="593">
                  <c:v>150</c:v>
                </c:pt>
                <c:pt idx="594">
                  <c:v>50</c:v>
                </c:pt>
                <c:pt idx="595">
                  <c:v>150</c:v>
                </c:pt>
                <c:pt idx="596">
                  <c:v>150</c:v>
                </c:pt>
                <c:pt idx="597">
                  <c:v>50</c:v>
                </c:pt>
                <c:pt idx="598">
                  <c:v>150</c:v>
                </c:pt>
                <c:pt idx="599">
                  <c:v>100</c:v>
                </c:pt>
                <c:pt idx="600">
                  <c:v>100</c:v>
                </c:pt>
                <c:pt idx="601">
                  <c:v>200</c:v>
                </c:pt>
                <c:pt idx="602">
                  <c:v>100</c:v>
                </c:pt>
                <c:pt idx="603">
                  <c:v>50</c:v>
                </c:pt>
                <c:pt idx="604">
                  <c:v>200</c:v>
                </c:pt>
                <c:pt idx="605">
                  <c:v>200</c:v>
                </c:pt>
                <c:pt idx="606">
                  <c:v>150</c:v>
                </c:pt>
                <c:pt idx="607">
                  <c:v>50</c:v>
                </c:pt>
                <c:pt idx="608">
                  <c:v>100</c:v>
                </c:pt>
                <c:pt idx="609">
                  <c:v>150</c:v>
                </c:pt>
                <c:pt idx="610">
                  <c:v>150</c:v>
                </c:pt>
                <c:pt idx="611">
                  <c:v>100</c:v>
                </c:pt>
                <c:pt idx="612">
                  <c:v>200</c:v>
                </c:pt>
                <c:pt idx="613">
                  <c:v>50</c:v>
                </c:pt>
                <c:pt idx="614">
                  <c:v>150</c:v>
                </c:pt>
                <c:pt idx="615">
                  <c:v>50</c:v>
                </c:pt>
                <c:pt idx="616">
                  <c:v>50</c:v>
                </c:pt>
                <c:pt idx="617">
                  <c:v>200</c:v>
                </c:pt>
                <c:pt idx="618">
                  <c:v>150</c:v>
                </c:pt>
                <c:pt idx="619">
                  <c:v>200</c:v>
                </c:pt>
                <c:pt idx="620">
                  <c:v>100</c:v>
                </c:pt>
                <c:pt idx="621">
                  <c:v>50</c:v>
                </c:pt>
                <c:pt idx="622">
                  <c:v>50</c:v>
                </c:pt>
                <c:pt idx="623">
                  <c:v>50</c:v>
                </c:pt>
                <c:pt idx="624">
                  <c:v>200</c:v>
                </c:pt>
                <c:pt idx="625">
                  <c:v>150</c:v>
                </c:pt>
                <c:pt idx="626">
                  <c:v>200</c:v>
                </c:pt>
                <c:pt idx="627">
                  <c:v>150</c:v>
                </c:pt>
                <c:pt idx="628">
                  <c:v>150</c:v>
                </c:pt>
                <c:pt idx="629">
                  <c:v>100</c:v>
                </c:pt>
                <c:pt idx="630">
                  <c:v>200</c:v>
                </c:pt>
                <c:pt idx="631">
                  <c:v>50</c:v>
                </c:pt>
                <c:pt idx="632">
                  <c:v>50</c:v>
                </c:pt>
                <c:pt idx="633">
                  <c:v>150</c:v>
                </c:pt>
                <c:pt idx="634">
                  <c:v>50</c:v>
                </c:pt>
                <c:pt idx="635">
                  <c:v>100</c:v>
                </c:pt>
                <c:pt idx="636">
                  <c:v>200</c:v>
                </c:pt>
                <c:pt idx="637">
                  <c:v>50</c:v>
                </c:pt>
                <c:pt idx="638">
                  <c:v>100</c:v>
                </c:pt>
                <c:pt idx="639">
                  <c:v>150</c:v>
                </c:pt>
                <c:pt idx="640">
                  <c:v>150</c:v>
                </c:pt>
                <c:pt idx="641">
                  <c:v>200</c:v>
                </c:pt>
                <c:pt idx="642">
                  <c:v>100</c:v>
                </c:pt>
                <c:pt idx="643">
                  <c:v>150</c:v>
                </c:pt>
                <c:pt idx="644">
                  <c:v>200</c:v>
                </c:pt>
                <c:pt idx="645">
                  <c:v>200</c:v>
                </c:pt>
                <c:pt idx="646">
                  <c:v>100</c:v>
                </c:pt>
                <c:pt idx="647">
                  <c:v>150</c:v>
                </c:pt>
                <c:pt idx="648">
                  <c:v>150</c:v>
                </c:pt>
                <c:pt idx="649">
                  <c:v>200</c:v>
                </c:pt>
                <c:pt idx="650">
                  <c:v>200</c:v>
                </c:pt>
                <c:pt idx="651">
                  <c:v>200</c:v>
                </c:pt>
                <c:pt idx="652">
                  <c:v>100</c:v>
                </c:pt>
                <c:pt idx="653">
                  <c:v>100</c:v>
                </c:pt>
                <c:pt idx="654">
                  <c:v>50</c:v>
                </c:pt>
                <c:pt idx="655">
                  <c:v>50</c:v>
                </c:pt>
                <c:pt idx="656">
                  <c:v>150</c:v>
                </c:pt>
                <c:pt idx="657">
                  <c:v>100</c:v>
                </c:pt>
                <c:pt idx="658">
                  <c:v>200</c:v>
                </c:pt>
                <c:pt idx="659">
                  <c:v>50</c:v>
                </c:pt>
                <c:pt idx="660">
                  <c:v>50</c:v>
                </c:pt>
                <c:pt idx="661">
                  <c:v>50</c:v>
                </c:pt>
                <c:pt idx="662">
                  <c:v>150</c:v>
                </c:pt>
                <c:pt idx="663">
                  <c:v>150</c:v>
                </c:pt>
                <c:pt idx="664">
                  <c:v>150</c:v>
                </c:pt>
                <c:pt idx="665">
                  <c:v>100</c:v>
                </c:pt>
                <c:pt idx="666">
                  <c:v>200</c:v>
                </c:pt>
                <c:pt idx="667">
                  <c:v>100</c:v>
                </c:pt>
                <c:pt idx="668">
                  <c:v>150</c:v>
                </c:pt>
                <c:pt idx="669">
                  <c:v>150</c:v>
                </c:pt>
                <c:pt idx="670">
                  <c:v>200</c:v>
                </c:pt>
                <c:pt idx="671">
                  <c:v>200</c:v>
                </c:pt>
                <c:pt idx="672">
                  <c:v>100</c:v>
                </c:pt>
                <c:pt idx="673">
                  <c:v>50</c:v>
                </c:pt>
                <c:pt idx="674">
                  <c:v>100</c:v>
                </c:pt>
                <c:pt idx="675">
                  <c:v>200</c:v>
                </c:pt>
                <c:pt idx="676">
                  <c:v>50</c:v>
                </c:pt>
                <c:pt idx="677">
                  <c:v>150</c:v>
                </c:pt>
                <c:pt idx="678">
                  <c:v>100</c:v>
                </c:pt>
                <c:pt idx="679">
                  <c:v>150</c:v>
                </c:pt>
                <c:pt idx="680">
                  <c:v>150</c:v>
                </c:pt>
                <c:pt idx="681">
                  <c:v>200</c:v>
                </c:pt>
                <c:pt idx="682">
                  <c:v>50</c:v>
                </c:pt>
                <c:pt idx="683">
                  <c:v>200</c:v>
                </c:pt>
                <c:pt idx="684">
                  <c:v>50</c:v>
                </c:pt>
                <c:pt idx="685">
                  <c:v>50</c:v>
                </c:pt>
                <c:pt idx="686">
                  <c:v>50</c:v>
                </c:pt>
                <c:pt idx="687">
                  <c:v>50</c:v>
                </c:pt>
                <c:pt idx="688">
                  <c:v>200</c:v>
                </c:pt>
                <c:pt idx="689">
                  <c:v>200</c:v>
                </c:pt>
                <c:pt idx="690">
                  <c:v>50</c:v>
                </c:pt>
                <c:pt idx="691">
                  <c:v>200</c:v>
                </c:pt>
                <c:pt idx="692">
                  <c:v>150</c:v>
                </c:pt>
                <c:pt idx="693">
                  <c:v>100</c:v>
                </c:pt>
                <c:pt idx="694">
                  <c:v>100</c:v>
                </c:pt>
                <c:pt idx="695">
                  <c:v>50</c:v>
                </c:pt>
                <c:pt idx="696">
                  <c:v>150</c:v>
                </c:pt>
                <c:pt idx="697">
                  <c:v>100</c:v>
                </c:pt>
                <c:pt idx="698">
                  <c:v>100</c:v>
                </c:pt>
                <c:pt idx="699">
                  <c:v>200</c:v>
                </c:pt>
                <c:pt idx="700">
                  <c:v>200</c:v>
                </c:pt>
                <c:pt idx="701">
                  <c:v>50</c:v>
                </c:pt>
                <c:pt idx="702">
                  <c:v>100</c:v>
                </c:pt>
                <c:pt idx="703">
                  <c:v>50</c:v>
                </c:pt>
                <c:pt idx="704">
                  <c:v>50</c:v>
                </c:pt>
                <c:pt idx="705">
                  <c:v>50</c:v>
                </c:pt>
                <c:pt idx="706">
                  <c:v>200</c:v>
                </c:pt>
                <c:pt idx="707">
                  <c:v>200</c:v>
                </c:pt>
                <c:pt idx="708">
                  <c:v>150</c:v>
                </c:pt>
                <c:pt idx="709">
                  <c:v>150</c:v>
                </c:pt>
                <c:pt idx="710">
                  <c:v>100</c:v>
                </c:pt>
                <c:pt idx="711">
                  <c:v>100</c:v>
                </c:pt>
                <c:pt idx="712">
                  <c:v>100</c:v>
                </c:pt>
                <c:pt idx="713">
                  <c:v>150</c:v>
                </c:pt>
                <c:pt idx="714">
                  <c:v>100</c:v>
                </c:pt>
                <c:pt idx="715">
                  <c:v>50</c:v>
                </c:pt>
                <c:pt idx="716">
                  <c:v>150</c:v>
                </c:pt>
                <c:pt idx="717">
                  <c:v>50</c:v>
                </c:pt>
                <c:pt idx="718">
                  <c:v>200</c:v>
                </c:pt>
                <c:pt idx="719">
                  <c:v>100</c:v>
                </c:pt>
                <c:pt idx="720">
                  <c:v>200</c:v>
                </c:pt>
                <c:pt idx="721">
                  <c:v>100</c:v>
                </c:pt>
                <c:pt idx="722">
                  <c:v>100</c:v>
                </c:pt>
                <c:pt idx="723">
                  <c:v>200</c:v>
                </c:pt>
                <c:pt idx="724">
                  <c:v>50</c:v>
                </c:pt>
                <c:pt idx="725">
                  <c:v>150</c:v>
                </c:pt>
                <c:pt idx="726">
                  <c:v>100</c:v>
                </c:pt>
                <c:pt idx="727">
                  <c:v>100</c:v>
                </c:pt>
                <c:pt idx="728">
                  <c:v>100</c:v>
                </c:pt>
                <c:pt idx="729">
                  <c:v>100</c:v>
                </c:pt>
                <c:pt idx="730">
                  <c:v>100</c:v>
                </c:pt>
                <c:pt idx="731">
                  <c:v>50</c:v>
                </c:pt>
                <c:pt idx="732">
                  <c:v>150</c:v>
                </c:pt>
                <c:pt idx="733">
                  <c:v>50</c:v>
                </c:pt>
                <c:pt idx="734">
                  <c:v>150</c:v>
                </c:pt>
                <c:pt idx="735">
                  <c:v>150</c:v>
                </c:pt>
                <c:pt idx="736">
                  <c:v>100</c:v>
                </c:pt>
                <c:pt idx="737">
                  <c:v>200</c:v>
                </c:pt>
                <c:pt idx="738">
                  <c:v>200</c:v>
                </c:pt>
                <c:pt idx="739">
                  <c:v>200</c:v>
                </c:pt>
                <c:pt idx="740">
                  <c:v>200</c:v>
                </c:pt>
                <c:pt idx="741">
                  <c:v>150</c:v>
                </c:pt>
                <c:pt idx="742">
                  <c:v>150</c:v>
                </c:pt>
                <c:pt idx="743">
                  <c:v>100</c:v>
                </c:pt>
                <c:pt idx="744">
                  <c:v>200</c:v>
                </c:pt>
                <c:pt idx="745">
                  <c:v>200</c:v>
                </c:pt>
                <c:pt idx="746">
                  <c:v>200</c:v>
                </c:pt>
                <c:pt idx="747">
                  <c:v>150</c:v>
                </c:pt>
                <c:pt idx="748">
                  <c:v>150</c:v>
                </c:pt>
                <c:pt idx="749">
                  <c:v>150</c:v>
                </c:pt>
                <c:pt idx="750">
                  <c:v>100</c:v>
                </c:pt>
                <c:pt idx="751">
                  <c:v>50</c:v>
                </c:pt>
                <c:pt idx="752">
                  <c:v>200</c:v>
                </c:pt>
                <c:pt idx="753">
                  <c:v>200</c:v>
                </c:pt>
                <c:pt idx="754">
                  <c:v>50</c:v>
                </c:pt>
                <c:pt idx="755">
                  <c:v>150</c:v>
                </c:pt>
                <c:pt idx="756">
                  <c:v>100</c:v>
                </c:pt>
                <c:pt idx="757">
                  <c:v>100</c:v>
                </c:pt>
                <c:pt idx="758">
                  <c:v>100</c:v>
                </c:pt>
                <c:pt idx="759">
                  <c:v>50</c:v>
                </c:pt>
                <c:pt idx="760">
                  <c:v>100</c:v>
                </c:pt>
                <c:pt idx="761">
                  <c:v>150</c:v>
                </c:pt>
                <c:pt idx="762">
                  <c:v>50</c:v>
                </c:pt>
                <c:pt idx="763">
                  <c:v>200</c:v>
                </c:pt>
                <c:pt idx="764">
                  <c:v>100</c:v>
                </c:pt>
                <c:pt idx="765">
                  <c:v>200</c:v>
                </c:pt>
                <c:pt idx="766">
                  <c:v>200</c:v>
                </c:pt>
                <c:pt idx="767">
                  <c:v>100</c:v>
                </c:pt>
                <c:pt idx="768">
                  <c:v>100</c:v>
                </c:pt>
                <c:pt idx="769">
                  <c:v>50</c:v>
                </c:pt>
                <c:pt idx="770">
                  <c:v>150</c:v>
                </c:pt>
                <c:pt idx="771">
                  <c:v>50</c:v>
                </c:pt>
                <c:pt idx="772">
                  <c:v>200</c:v>
                </c:pt>
                <c:pt idx="773">
                  <c:v>100</c:v>
                </c:pt>
                <c:pt idx="774">
                  <c:v>50</c:v>
                </c:pt>
                <c:pt idx="775">
                  <c:v>150</c:v>
                </c:pt>
                <c:pt idx="776">
                  <c:v>200</c:v>
                </c:pt>
                <c:pt idx="777">
                  <c:v>50</c:v>
                </c:pt>
                <c:pt idx="778">
                  <c:v>200</c:v>
                </c:pt>
                <c:pt idx="779">
                  <c:v>100</c:v>
                </c:pt>
                <c:pt idx="780">
                  <c:v>100</c:v>
                </c:pt>
                <c:pt idx="781">
                  <c:v>200</c:v>
                </c:pt>
                <c:pt idx="782">
                  <c:v>50</c:v>
                </c:pt>
                <c:pt idx="783">
                  <c:v>100</c:v>
                </c:pt>
                <c:pt idx="784">
                  <c:v>50</c:v>
                </c:pt>
                <c:pt idx="785">
                  <c:v>50</c:v>
                </c:pt>
                <c:pt idx="786">
                  <c:v>150</c:v>
                </c:pt>
                <c:pt idx="787">
                  <c:v>150</c:v>
                </c:pt>
                <c:pt idx="788">
                  <c:v>100</c:v>
                </c:pt>
                <c:pt idx="789">
                  <c:v>100</c:v>
                </c:pt>
                <c:pt idx="790">
                  <c:v>150</c:v>
                </c:pt>
                <c:pt idx="791">
                  <c:v>100</c:v>
                </c:pt>
                <c:pt idx="792">
                  <c:v>100</c:v>
                </c:pt>
                <c:pt idx="793">
                  <c:v>200</c:v>
                </c:pt>
                <c:pt idx="794">
                  <c:v>200</c:v>
                </c:pt>
                <c:pt idx="795">
                  <c:v>50</c:v>
                </c:pt>
                <c:pt idx="796">
                  <c:v>200</c:v>
                </c:pt>
                <c:pt idx="797">
                  <c:v>50</c:v>
                </c:pt>
                <c:pt idx="798">
                  <c:v>200</c:v>
                </c:pt>
                <c:pt idx="799">
                  <c:v>150</c:v>
                </c:pt>
                <c:pt idx="800">
                  <c:v>200</c:v>
                </c:pt>
                <c:pt idx="801">
                  <c:v>200</c:v>
                </c:pt>
                <c:pt idx="802">
                  <c:v>200</c:v>
                </c:pt>
                <c:pt idx="803">
                  <c:v>50</c:v>
                </c:pt>
                <c:pt idx="804">
                  <c:v>200</c:v>
                </c:pt>
                <c:pt idx="805">
                  <c:v>100</c:v>
                </c:pt>
                <c:pt idx="806">
                  <c:v>100</c:v>
                </c:pt>
                <c:pt idx="807">
                  <c:v>100</c:v>
                </c:pt>
                <c:pt idx="808">
                  <c:v>100</c:v>
                </c:pt>
                <c:pt idx="809">
                  <c:v>150</c:v>
                </c:pt>
                <c:pt idx="810">
                  <c:v>50</c:v>
                </c:pt>
                <c:pt idx="811">
                  <c:v>200</c:v>
                </c:pt>
                <c:pt idx="812">
                  <c:v>100</c:v>
                </c:pt>
                <c:pt idx="813">
                  <c:v>100</c:v>
                </c:pt>
                <c:pt idx="814">
                  <c:v>200</c:v>
                </c:pt>
                <c:pt idx="815">
                  <c:v>50</c:v>
                </c:pt>
                <c:pt idx="816">
                  <c:v>150</c:v>
                </c:pt>
                <c:pt idx="817">
                  <c:v>150</c:v>
                </c:pt>
                <c:pt idx="818">
                  <c:v>100</c:v>
                </c:pt>
                <c:pt idx="819">
                  <c:v>200</c:v>
                </c:pt>
                <c:pt idx="820">
                  <c:v>150</c:v>
                </c:pt>
                <c:pt idx="821">
                  <c:v>50</c:v>
                </c:pt>
                <c:pt idx="822">
                  <c:v>150</c:v>
                </c:pt>
                <c:pt idx="823">
                  <c:v>150</c:v>
                </c:pt>
                <c:pt idx="824">
                  <c:v>150</c:v>
                </c:pt>
                <c:pt idx="825">
                  <c:v>150</c:v>
                </c:pt>
                <c:pt idx="826">
                  <c:v>50</c:v>
                </c:pt>
                <c:pt idx="827">
                  <c:v>200</c:v>
                </c:pt>
                <c:pt idx="828">
                  <c:v>50</c:v>
                </c:pt>
                <c:pt idx="829">
                  <c:v>150</c:v>
                </c:pt>
                <c:pt idx="830">
                  <c:v>150</c:v>
                </c:pt>
                <c:pt idx="831">
                  <c:v>150</c:v>
                </c:pt>
                <c:pt idx="832">
                  <c:v>200</c:v>
                </c:pt>
                <c:pt idx="833">
                  <c:v>100</c:v>
                </c:pt>
                <c:pt idx="834">
                  <c:v>100</c:v>
                </c:pt>
                <c:pt idx="835">
                  <c:v>150</c:v>
                </c:pt>
                <c:pt idx="836">
                  <c:v>100</c:v>
                </c:pt>
                <c:pt idx="837">
                  <c:v>150</c:v>
                </c:pt>
                <c:pt idx="838">
                  <c:v>200</c:v>
                </c:pt>
                <c:pt idx="839">
                  <c:v>200</c:v>
                </c:pt>
                <c:pt idx="840">
                  <c:v>200</c:v>
                </c:pt>
                <c:pt idx="841">
                  <c:v>200</c:v>
                </c:pt>
                <c:pt idx="842">
                  <c:v>50</c:v>
                </c:pt>
                <c:pt idx="843">
                  <c:v>100</c:v>
                </c:pt>
                <c:pt idx="844">
                  <c:v>100</c:v>
                </c:pt>
                <c:pt idx="845">
                  <c:v>50</c:v>
                </c:pt>
                <c:pt idx="846">
                  <c:v>200</c:v>
                </c:pt>
                <c:pt idx="847">
                  <c:v>100</c:v>
                </c:pt>
                <c:pt idx="848">
                  <c:v>50</c:v>
                </c:pt>
                <c:pt idx="849">
                  <c:v>100</c:v>
                </c:pt>
                <c:pt idx="850">
                  <c:v>100</c:v>
                </c:pt>
                <c:pt idx="851">
                  <c:v>150</c:v>
                </c:pt>
                <c:pt idx="852">
                  <c:v>50</c:v>
                </c:pt>
                <c:pt idx="853">
                  <c:v>150</c:v>
                </c:pt>
                <c:pt idx="854">
                  <c:v>150</c:v>
                </c:pt>
                <c:pt idx="855">
                  <c:v>100</c:v>
                </c:pt>
                <c:pt idx="856">
                  <c:v>100</c:v>
                </c:pt>
                <c:pt idx="857">
                  <c:v>150</c:v>
                </c:pt>
                <c:pt idx="858">
                  <c:v>150</c:v>
                </c:pt>
                <c:pt idx="859">
                  <c:v>100</c:v>
                </c:pt>
                <c:pt idx="860">
                  <c:v>100</c:v>
                </c:pt>
                <c:pt idx="861">
                  <c:v>50</c:v>
                </c:pt>
                <c:pt idx="862">
                  <c:v>200</c:v>
                </c:pt>
                <c:pt idx="863">
                  <c:v>150</c:v>
                </c:pt>
                <c:pt idx="864">
                  <c:v>100</c:v>
                </c:pt>
                <c:pt idx="865">
                  <c:v>200</c:v>
                </c:pt>
                <c:pt idx="866">
                  <c:v>100</c:v>
                </c:pt>
                <c:pt idx="867">
                  <c:v>100</c:v>
                </c:pt>
                <c:pt idx="868">
                  <c:v>200</c:v>
                </c:pt>
                <c:pt idx="869">
                  <c:v>200</c:v>
                </c:pt>
                <c:pt idx="870">
                  <c:v>150</c:v>
                </c:pt>
                <c:pt idx="871">
                  <c:v>200</c:v>
                </c:pt>
                <c:pt idx="872">
                  <c:v>50</c:v>
                </c:pt>
                <c:pt idx="873">
                  <c:v>50</c:v>
                </c:pt>
                <c:pt idx="874">
                  <c:v>200</c:v>
                </c:pt>
                <c:pt idx="875">
                  <c:v>100</c:v>
                </c:pt>
                <c:pt idx="876">
                  <c:v>100</c:v>
                </c:pt>
                <c:pt idx="877">
                  <c:v>200</c:v>
                </c:pt>
                <c:pt idx="878">
                  <c:v>200</c:v>
                </c:pt>
                <c:pt idx="879">
                  <c:v>200</c:v>
                </c:pt>
                <c:pt idx="880">
                  <c:v>150</c:v>
                </c:pt>
                <c:pt idx="881">
                  <c:v>100</c:v>
                </c:pt>
                <c:pt idx="882">
                  <c:v>200</c:v>
                </c:pt>
                <c:pt idx="883">
                  <c:v>150</c:v>
                </c:pt>
                <c:pt idx="884">
                  <c:v>150</c:v>
                </c:pt>
                <c:pt idx="885">
                  <c:v>150</c:v>
                </c:pt>
                <c:pt idx="886">
                  <c:v>50</c:v>
                </c:pt>
                <c:pt idx="887">
                  <c:v>200</c:v>
                </c:pt>
                <c:pt idx="888">
                  <c:v>150</c:v>
                </c:pt>
                <c:pt idx="889">
                  <c:v>200</c:v>
                </c:pt>
                <c:pt idx="890">
                  <c:v>200</c:v>
                </c:pt>
                <c:pt idx="891">
                  <c:v>200</c:v>
                </c:pt>
                <c:pt idx="892">
                  <c:v>50</c:v>
                </c:pt>
                <c:pt idx="893">
                  <c:v>150</c:v>
                </c:pt>
                <c:pt idx="894">
                  <c:v>100</c:v>
                </c:pt>
                <c:pt idx="895">
                  <c:v>200</c:v>
                </c:pt>
                <c:pt idx="896">
                  <c:v>100</c:v>
                </c:pt>
                <c:pt idx="897">
                  <c:v>100</c:v>
                </c:pt>
                <c:pt idx="898">
                  <c:v>200</c:v>
                </c:pt>
                <c:pt idx="899">
                  <c:v>50</c:v>
                </c:pt>
                <c:pt idx="900">
                  <c:v>150</c:v>
                </c:pt>
                <c:pt idx="901">
                  <c:v>50</c:v>
                </c:pt>
                <c:pt idx="902">
                  <c:v>200</c:v>
                </c:pt>
                <c:pt idx="903">
                  <c:v>150</c:v>
                </c:pt>
                <c:pt idx="904">
                  <c:v>200</c:v>
                </c:pt>
                <c:pt idx="905">
                  <c:v>50</c:v>
                </c:pt>
                <c:pt idx="906">
                  <c:v>50</c:v>
                </c:pt>
                <c:pt idx="907">
                  <c:v>50</c:v>
                </c:pt>
                <c:pt idx="908">
                  <c:v>50</c:v>
                </c:pt>
                <c:pt idx="909">
                  <c:v>100</c:v>
                </c:pt>
                <c:pt idx="910">
                  <c:v>50</c:v>
                </c:pt>
                <c:pt idx="911">
                  <c:v>50</c:v>
                </c:pt>
                <c:pt idx="912">
                  <c:v>200</c:v>
                </c:pt>
                <c:pt idx="913">
                  <c:v>200</c:v>
                </c:pt>
                <c:pt idx="914">
                  <c:v>100</c:v>
                </c:pt>
                <c:pt idx="915">
                  <c:v>50</c:v>
                </c:pt>
                <c:pt idx="916">
                  <c:v>50</c:v>
                </c:pt>
                <c:pt idx="917">
                  <c:v>200</c:v>
                </c:pt>
                <c:pt idx="918">
                  <c:v>200</c:v>
                </c:pt>
                <c:pt idx="919">
                  <c:v>200</c:v>
                </c:pt>
                <c:pt idx="920">
                  <c:v>50</c:v>
                </c:pt>
                <c:pt idx="921">
                  <c:v>100</c:v>
                </c:pt>
                <c:pt idx="922">
                  <c:v>100</c:v>
                </c:pt>
                <c:pt idx="923">
                  <c:v>200</c:v>
                </c:pt>
                <c:pt idx="924">
                  <c:v>150</c:v>
                </c:pt>
                <c:pt idx="925">
                  <c:v>100</c:v>
                </c:pt>
                <c:pt idx="926">
                  <c:v>150</c:v>
                </c:pt>
                <c:pt idx="927">
                  <c:v>50</c:v>
                </c:pt>
                <c:pt idx="928">
                  <c:v>150</c:v>
                </c:pt>
                <c:pt idx="929">
                  <c:v>50</c:v>
                </c:pt>
                <c:pt idx="930">
                  <c:v>150</c:v>
                </c:pt>
                <c:pt idx="931">
                  <c:v>100</c:v>
                </c:pt>
                <c:pt idx="932">
                  <c:v>100</c:v>
                </c:pt>
                <c:pt idx="933">
                  <c:v>50</c:v>
                </c:pt>
                <c:pt idx="934">
                  <c:v>100</c:v>
                </c:pt>
                <c:pt idx="935">
                  <c:v>150</c:v>
                </c:pt>
                <c:pt idx="936">
                  <c:v>150</c:v>
                </c:pt>
                <c:pt idx="937">
                  <c:v>200</c:v>
                </c:pt>
                <c:pt idx="938">
                  <c:v>50</c:v>
                </c:pt>
                <c:pt idx="939">
                  <c:v>100</c:v>
                </c:pt>
                <c:pt idx="940">
                  <c:v>150</c:v>
                </c:pt>
                <c:pt idx="941">
                  <c:v>200</c:v>
                </c:pt>
                <c:pt idx="942">
                  <c:v>150</c:v>
                </c:pt>
                <c:pt idx="943">
                  <c:v>150</c:v>
                </c:pt>
                <c:pt idx="944">
                  <c:v>150</c:v>
                </c:pt>
                <c:pt idx="945">
                  <c:v>150</c:v>
                </c:pt>
                <c:pt idx="946">
                  <c:v>150</c:v>
                </c:pt>
                <c:pt idx="947">
                  <c:v>150</c:v>
                </c:pt>
                <c:pt idx="948">
                  <c:v>50</c:v>
                </c:pt>
                <c:pt idx="949">
                  <c:v>100</c:v>
                </c:pt>
                <c:pt idx="950">
                  <c:v>150</c:v>
                </c:pt>
                <c:pt idx="951">
                  <c:v>200</c:v>
                </c:pt>
                <c:pt idx="952">
                  <c:v>150</c:v>
                </c:pt>
                <c:pt idx="953">
                  <c:v>100</c:v>
                </c:pt>
                <c:pt idx="954">
                  <c:v>200</c:v>
                </c:pt>
                <c:pt idx="955">
                  <c:v>50</c:v>
                </c:pt>
                <c:pt idx="956">
                  <c:v>100</c:v>
                </c:pt>
                <c:pt idx="957">
                  <c:v>50</c:v>
                </c:pt>
                <c:pt idx="958">
                  <c:v>50</c:v>
                </c:pt>
                <c:pt idx="959">
                  <c:v>100</c:v>
                </c:pt>
                <c:pt idx="960">
                  <c:v>200</c:v>
                </c:pt>
                <c:pt idx="961">
                  <c:v>150</c:v>
                </c:pt>
                <c:pt idx="962">
                  <c:v>200</c:v>
                </c:pt>
                <c:pt idx="963">
                  <c:v>200</c:v>
                </c:pt>
                <c:pt idx="964">
                  <c:v>200</c:v>
                </c:pt>
                <c:pt idx="965">
                  <c:v>100</c:v>
                </c:pt>
                <c:pt idx="966">
                  <c:v>50</c:v>
                </c:pt>
                <c:pt idx="967">
                  <c:v>150</c:v>
                </c:pt>
                <c:pt idx="968">
                  <c:v>100</c:v>
                </c:pt>
                <c:pt idx="969">
                  <c:v>50</c:v>
                </c:pt>
                <c:pt idx="970">
                  <c:v>200</c:v>
                </c:pt>
                <c:pt idx="971">
                  <c:v>150</c:v>
                </c:pt>
                <c:pt idx="972">
                  <c:v>50</c:v>
                </c:pt>
                <c:pt idx="973">
                  <c:v>200</c:v>
                </c:pt>
                <c:pt idx="974">
                  <c:v>100</c:v>
                </c:pt>
                <c:pt idx="975">
                  <c:v>150</c:v>
                </c:pt>
                <c:pt idx="976">
                  <c:v>200</c:v>
                </c:pt>
                <c:pt idx="977">
                  <c:v>200</c:v>
                </c:pt>
                <c:pt idx="978">
                  <c:v>50</c:v>
                </c:pt>
                <c:pt idx="979">
                  <c:v>200</c:v>
                </c:pt>
                <c:pt idx="980">
                  <c:v>50</c:v>
                </c:pt>
                <c:pt idx="981">
                  <c:v>200</c:v>
                </c:pt>
                <c:pt idx="982">
                  <c:v>50</c:v>
                </c:pt>
                <c:pt idx="983">
                  <c:v>50</c:v>
                </c:pt>
                <c:pt idx="984">
                  <c:v>150</c:v>
                </c:pt>
                <c:pt idx="985">
                  <c:v>50</c:v>
                </c:pt>
                <c:pt idx="986">
                  <c:v>200</c:v>
                </c:pt>
                <c:pt idx="987">
                  <c:v>50</c:v>
                </c:pt>
                <c:pt idx="988">
                  <c:v>50</c:v>
                </c:pt>
                <c:pt idx="989">
                  <c:v>150</c:v>
                </c:pt>
                <c:pt idx="990">
                  <c:v>150</c:v>
                </c:pt>
                <c:pt idx="991">
                  <c:v>50</c:v>
                </c:pt>
                <c:pt idx="992">
                  <c:v>150</c:v>
                </c:pt>
                <c:pt idx="993">
                  <c:v>150</c:v>
                </c:pt>
                <c:pt idx="994">
                  <c:v>50</c:v>
                </c:pt>
                <c:pt idx="995">
                  <c:v>50</c:v>
                </c:pt>
                <c:pt idx="996">
                  <c:v>50</c:v>
                </c:pt>
                <c:pt idx="997">
                  <c:v>100</c:v>
                </c:pt>
                <c:pt idx="998">
                  <c:v>100</c:v>
                </c:pt>
                <c:pt idx="999">
                  <c:v>150</c:v>
                </c:pt>
              </c:numCache>
            </c:numRef>
          </c:xVal>
          <c:yVal>
            <c:numRef>
              <c:f>Clean_Data!$S$2:$S$1001</c:f>
              <c:numCache>
                <c:formatCode>General</c:formatCode>
                <c:ptCount val="1000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1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1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1</c:v>
                </c:pt>
                <c:pt idx="30">
                  <c:v>0</c:v>
                </c:pt>
                <c:pt idx="31">
                  <c:v>1</c:v>
                </c:pt>
                <c:pt idx="32">
                  <c:v>1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1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1</c:v>
                </c:pt>
                <c:pt idx="51">
                  <c:v>0</c:v>
                </c:pt>
                <c:pt idx="52">
                  <c:v>1</c:v>
                </c:pt>
                <c:pt idx="53">
                  <c:v>0</c:v>
                </c:pt>
                <c:pt idx="54">
                  <c:v>1</c:v>
                </c:pt>
                <c:pt idx="55">
                  <c:v>1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1</c:v>
                </c:pt>
                <c:pt idx="60">
                  <c:v>1</c:v>
                </c:pt>
                <c:pt idx="61">
                  <c:v>0</c:v>
                </c:pt>
                <c:pt idx="62">
                  <c:v>0</c:v>
                </c:pt>
                <c:pt idx="63">
                  <c:v>1</c:v>
                </c:pt>
                <c:pt idx="64">
                  <c:v>0</c:v>
                </c:pt>
                <c:pt idx="65">
                  <c:v>1</c:v>
                </c:pt>
                <c:pt idx="66">
                  <c:v>0</c:v>
                </c:pt>
                <c:pt idx="67">
                  <c:v>0</c:v>
                </c:pt>
                <c:pt idx="68">
                  <c:v>1</c:v>
                </c:pt>
                <c:pt idx="69">
                  <c:v>1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1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1</c:v>
                </c:pt>
                <c:pt idx="80">
                  <c:v>0</c:v>
                </c:pt>
                <c:pt idx="81">
                  <c:v>0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1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1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1</c:v>
                </c:pt>
                <c:pt idx="111">
                  <c:v>0</c:v>
                </c:pt>
                <c:pt idx="112">
                  <c:v>0</c:v>
                </c:pt>
                <c:pt idx="113">
                  <c:v>1</c:v>
                </c:pt>
                <c:pt idx="114">
                  <c:v>1</c:v>
                </c:pt>
                <c:pt idx="115">
                  <c:v>0</c:v>
                </c:pt>
                <c:pt idx="116">
                  <c:v>0</c:v>
                </c:pt>
                <c:pt idx="117">
                  <c:v>1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1</c:v>
                </c:pt>
                <c:pt idx="125">
                  <c:v>1</c:v>
                </c:pt>
                <c:pt idx="126">
                  <c:v>0</c:v>
                </c:pt>
                <c:pt idx="127">
                  <c:v>1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1</c:v>
                </c:pt>
                <c:pt idx="134">
                  <c:v>1</c:v>
                </c:pt>
                <c:pt idx="135">
                  <c:v>0</c:v>
                </c:pt>
                <c:pt idx="136">
                  <c:v>0</c:v>
                </c:pt>
                <c:pt idx="137">
                  <c:v>1</c:v>
                </c:pt>
                <c:pt idx="138">
                  <c:v>0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0</c:v>
                </c:pt>
                <c:pt idx="143">
                  <c:v>1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1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1</c:v>
                </c:pt>
                <c:pt idx="152">
                  <c:v>0</c:v>
                </c:pt>
                <c:pt idx="153">
                  <c:v>0</c:v>
                </c:pt>
                <c:pt idx="154">
                  <c:v>1</c:v>
                </c:pt>
                <c:pt idx="155">
                  <c:v>0</c:v>
                </c:pt>
                <c:pt idx="156">
                  <c:v>0</c:v>
                </c:pt>
                <c:pt idx="157">
                  <c:v>1</c:v>
                </c:pt>
                <c:pt idx="158">
                  <c:v>1</c:v>
                </c:pt>
                <c:pt idx="159">
                  <c:v>0</c:v>
                </c:pt>
                <c:pt idx="160">
                  <c:v>1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1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1</c:v>
                </c:pt>
                <c:pt idx="187">
                  <c:v>0</c:v>
                </c:pt>
                <c:pt idx="188">
                  <c:v>1</c:v>
                </c:pt>
                <c:pt idx="189">
                  <c:v>0</c:v>
                </c:pt>
                <c:pt idx="190">
                  <c:v>0</c:v>
                </c:pt>
                <c:pt idx="191">
                  <c:v>1</c:v>
                </c:pt>
                <c:pt idx="192">
                  <c:v>1</c:v>
                </c:pt>
                <c:pt idx="193">
                  <c:v>0</c:v>
                </c:pt>
                <c:pt idx="194">
                  <c:v>1</c:v>
                </c:pt>
                <c:pt idx="195">
                  <c:v>0</c:v>
                </c:pt>
                <c:pt idx="196">
                  <c:v>1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1</c:v>
                </c:pt>
                <c:pt idx="203">
                  <c:v>0</c:v>
                </c:pt>
                <c:pt idx="204">
                  <c:v>0</c:v>
                </c:pt>
                <c:pt idx="205">
                  <c:v>1</c:v>
                </c:pt>
                <c:pt idx="206">
                  <c:v>1</c:v>
                </c:pt>
                <c:pt idx="207">
                  <c:v>0</c:v>
                </c:pt>
                <c:pt idx="208">
                  <c:v>1</c:v>
                </c:pt>
                <c:pt idx="209">
                  <c:v>1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1</c:v>
                </c:pt>
                <c:pt idx="218">
                  <c:v>1</c:v>
                </c:pt>
                <c:pt idx="219">
                  <c:v>0</c:v>
                </c:pt>
                <c:pt idx="220">
                  <c:v>1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1</c:v>
                </c:pt>
                <c:pt idx="233">
                  <c:v>1</c:v>
                </c:pt>
                <c:pt idx="234">
                  <c:v>0</c:v>
                </c:pt>
                <c:pt idx="235">
                  <c:v>0</c:v>
                </c:pt>
                <c:pt idx="236">
                  <c:v>1</c:v>
                </c:pt>
                <c:pt idx="237">
                  <c:v>0</c:v>
                </c:pt>
                <c:pt idx="238">
                  <c:v>0</c:v>
                </c:pt>
                <c:pt idx="239">
                  <c:v>1</c:v>
                </c:pt>
                <c:pt idx="240">
                  <c:v>0</c:v>
                </c:pt>
                <c:pt idx="241">
                  <c:v>0</c:v>
                </c:pt>
                <c:pt idx="242">
                  <c:v>1</c:v>
                </c:pt>
                <c:pt idx="243">
                  <c:v>0</c:v>
                </c:pt>
                <c:pt idx="244">
                  <c:v>1</c:v>
                </c:pt>
                <c:pt idx="245">
                  <c:v>0</c:v>
                </c:pt>
                <c:pt idx="246">
                  <c:v>1</c:v>
                </c:pt>
                <c:pt idx="247">
                  <c:v>1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1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1</c:v>
                </c:pt>
                <c:pt idx="258">
                  <c:v>1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1</c:v>
                </c:pt>
                <c:pt idx="264">
                  <c:v>1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1</c:v>
                </c:pt>
                <c:pt idx="273">
                  <c:v>0</c:v>
                </c:pt>
                <c:pt idx="274">
                  <c:v>1</c:v>
                </c:pt>
                <c:pt idx="275">
                  <c:v>1</c:v>
                </c:pt>
                <c:pt idx="276">
                  <c:v>0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1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1</c:v>
                </c:pt>
                <c:pt idx="289">
                  <c:v>0</c:v>
                </c:pt>
                <c:pt idx="290">
                  <c:v>1</c:v>
                </c:pt>
                <c:pt idx="291">
                  <c:v>1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1</c:v>
                </c:pt>
                <c:pt idx="298">
                  <c:v>0</c:v>
                </c:pt>
                <c:pt idx="299">
                  <c:v>1</c:v>
                </c:pt>
                <c:pt idx="300">
                  <c:v>1</c:v>
                </c:pt>
                <c:pt idx="301">
                  <c:v>1</c:v>
                </c:pt>
                <c:pt idx="302">
                  <c:v>1</c:v>
                </c:pt>
                <c:pt idx="303">
                  <c:v>0</c:v>
                </c:pt>
                <c:pt idx="304">
                  <c:v>1</c:v>
                </c:pt>
                <c:pt idx="305">
                  <c:v>1</c:v>
                </c:pt>
                <c:pt idx="306">
                  <c:v>1</c:v>
                </c:pt>
                <c:pt idx="307">
                  <c:v>1</c:v>
                </c:pt>
                <c:pt idx="308">
                  <c:v>1</c:v>
                </c:pt>
                <c:pt idx="309">
                  <c:v>1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1</c:v>
                </c:pt>
                <c:pt idx="315">
                  <c:v>0</c:v>
                </c:pt>
                <c:pt idx="316">
                  <c:v>0</c:v>
                </c:pt>
                <c:pt idx="317">
                  <c:v>1</c:v>
                </c:pt>
                <c:pt idx="318">
                  <c:v>0</c:v>
                </c:pt>
                <c:pt idx="319">
                  <c:v>1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1</c:v>
                </c:pt>
                <c:pt idx="325">
                  <c:v>0</c:v>
                </c:pt>
                <c:pt idx="326">
                  <c:v>1</c:v>
                </c:pt>
                <c:pt idx="327">
                  <c:v>1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1</c:v>
                </c:pt>
                <c:pt idx="332">
                  <c:v>0</c:v>
                </c:pt>
                <c:pt idx="333">
                  <c:v>0</c:v>
                </c:pt>
                <c:pt idx="334">
                  <c:v>1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1</c:v>
                </c:pt>
                <c:pt idx="339">
                  <c:v>0</c:v>
                </c:pt>
                <c:pt idx="340">
                  <c:v>0</c:v>
                </c:pt>
                <c:pt idx="341">
                  <c:v>1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1</c:v>
                </c:pt>
                <c:pt idx="354">
                  <c:v>0</c:v>
                </c:pt>
                <c:pt idx="355">
                  <c:v>0</c:v>
                </c:pt>
                <c:pt idx="356">
                  <c:v>1</c:v>
                </c:pt>
                <c:pt idx="357">
                  <c:v>0</c:v>
                </c:pt>
                <c:pt idx="358">
                  <c:v>0</c:v>
                </c:pt>
                <c:pt idx="359">
                  <c:v>1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1</c:v>
                </c:pt>
                <c:pt idx="370">
                  <c:v>0</c:v>
                </c:pt>
                <c:pt idx="371">
                  <c:v>1</c:v>
                </c:pt>
                <c:pt idx="372">
                  <c:v>0</c:v>
                </c:pt>
                <c:pt idx="373">
                  <c:v>1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1</c:v>
                </c:pt>
                <c:pt idx="382">
                  <c:v>1</c:v>
                </c:pt>
                <c:pt idx="383">
                  <c:v>1</c:v>
                </c:pt>
                <c:pt idx="384">
                  <c:v>0</c:v>
                </c:pt>
                <c:pt idx="385">
                  <c:v>1</c:v>
                </c:pt>
                <c:pt idx="386">
                  <c:v>0</c:v>
                </c:pt>
                <c:pt idx="387">
                  <c:v>0</c:v>
                </c:pt>
                <c:pt idx="388">
                  <c:v>1</c:v>
                </c:pt>
                <c:pt idx="389">
                  <c:v>0</c:v>
                </c:pt>
                <c:pt idx="390">
                  <c:v>1</c:v>
                </c:pt>
                <c:pt idx="391">
                  <c:v>0</c:v>
                </c:pt>
                <c:pt idx="392">
                  <c:v>0</c:v>
                </c:pt>
                <c:pt idx="393">
                  <c:v>1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1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1</c:v>
                </c:pt>
                <c:pt idx="404">
                  <c:v>1</c:v>
                </c:pt>
                <c:pt idx="405">
                  <c:v>0</c:v>
                </c:pt>
                <c:pt idx="406">
                  <c:v>1</c:v>
                </c:pt>
                <c:pt idx="407">
                  <c:v>1</c:v>
                </c:pt>
                <c:pt idx="408">
                  <c:v>0</c:v>
                </c:pt>
                <c:pt idx="409">
                  <c:v>0</c:v>
                </c:pt>
                <c:pt idx="410">
                  <c:v>1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1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1</c:v>
                </c:pt>
                <c:pt idx="419">
                  <c:v>1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1</c:v>
                </c:pt>
                <c:pt idx="424">
                  <c:v>0</c:v>
                </c:pt>
                <c:pt idx="425">
                  <c:v>0</c:v>
                </c:pt>
                <c:pt idx="426">
                  <c:v>1</c:v>
                </c:pt>
                <c:pt idx="427">
                  <c:v>0</c:v>
                </c:pt>
                <c:pt idx="428">
                  <c:v>1</c:v>
                </c:pt>
                <c:pt idx="429">
                  <c:v>0</c:v>
                </c:pt>
                <c:pt idx="430">
                  <c:v>1</c:v>
                </c:pt>
                <c:pt idx="431">
                  <c:v>0</c:v>
                </c:pt>
                <c:pt idx="432">
                  <c:v>0</c:v>
                </c:pt>
                <c:pt idx="433">
                  <c:v>1</c:v>
                </c:pt>
                <c:pt idx="434">
                  <c:v>0</c:v>
                </c:pt>
                <c:pt idx="435">
                  <c:v>1</c:v>
                </c:pt>
                <c:pt idx="436">
                  <c:v>0</c:v>
                </c:pt>
                <c:pt idx="437">
                  <c:v>0</c:v>
                </c:pt>
                <c:pt idx="438">
                  <c:v>1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1</c:v>
                </c:pt>
                <c:pt idx="443">
                  <c:v>0</c:v>
                </c:pt>
                <c:pt idx="444">
                  <c:v>0</c:v>
                </c:pt>
                <c:pt idx="445">
                  <c:v>1</c:v>
                </c:pt>
                <c:pt idx="446">
                  <c:v>0</c:v>
                </c:pt>
                <c:pt idx="447">
                  <c:v>0</c:v>
                </c:pt>
                <c:pt idx="448">
                  <c:v>1</c:v>
                </c:pt>
                <c:pt idx="449">
                  <c:v>0</c:v>
                </c:pt>
                <c:pt idx="450">
                  <c:v>1</c:v>
                </c:pt>
                <c:pt idx="451">
                  <c:v>0</c:v>
                </c:pt>
                <c:pt idx="452">
                  <c:v>1</c:v>
                </c:pt>
                <c:pt idx="453">
                  <c:v>1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1</c:v>
                </c:pt>
                <c:pt idx="461">
                  <c:v>0</c:v>
                </c:pt>
                <c:pt idx="462">
                  <c:v>0</c:v>
                </c:pt>
                <c:pt idx="463">
                  <c:v>1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1</c:v>
                </c:pt>
                <c:pt idx="468">
                  <c:v>1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1</c:v>
                </c:pt>
                <c:pt idx="473">
                  <c:v>1</c:v>
                </c:pt>
                <c:pt idx="474">
                  <c:v>0</c:v>
                </c:pt>
                <c:pt idx="475">
                  <c:v>1</c:v>
                </c:pt>
                <c:pt idx="476">
                  <c:v>0</c:v>
                </c:pt>
                <c:pt idx="477">
                  <c:v>0</c:v>
                </c:pt>
                <c:pt idx="478">
                  <c:v>1</c:v>
                </c:pt>
                <c:pt idx="479">
                  <c:v>1</c:v>
                </c:pt>
                <c:pt idx="480">
                  <c:v>1</c:v>
                </c:pt>
                <c:pt idx="481">
                  <c:v>0</c:v>
                </c:pt>
                <c:pt idx="482">
                  <c:v>0</c:v>
                </c:pt>
                <c:pt idx="483">
                  <c:v>1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1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1</c:v>
                </c:pt>
                <c:pt idx="498">
                  <c:v>1</c:v>
                </c:pt>
                <c:pt idx="499">
                  <c:v>0</c:v>
                </c:pt>
                <c:pt idx="500">
                  <c:v>1</c:v>
                </c:pt>
                <c:pt idx="501">
                  <c:v>0</c:v>
                </c:pt>
                <c:pt idx="502">
                  <c:v>0</c:v>
                </c:pt>
                <c:pt idx="503">
                  <c:v>1</c:v>
                </c:pt>
                <c:pt idx="504">
                  <c:v>1</c:v>
                </c:pt>
                <c:pt idx="505">
                  <c:v>0</c:v>
                </c:pt>
                <c:pt idx="506">
                  <c:v>1</c:v>
                </c:pt>
                <c:pt idx="507">
                  <c:v>1</c:v>
                </c:pt>
                <c:pt idx="508">
                  <c:v>0</c:v>
                </c:pt>
                <c:pt idx="509">
                  <c:v>0</c:v>
                </c:pt>
                <c:pt idx="510">
                  <c:v>1</c:v>
                </c:pt>
                <c:pt idx="511">
                  <c:v>0</c:v>
                </c:pt>
                <c:pt idx="512">
                  <c:v>1</c:v>
                </c:pt>
                <c:pt idx="513">
                  <c:v>1</c:v>
                </c:pt>
                <c:pt idx="514">
                  <c:v>1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1</c:v>
                </c:pt>
                <c:pt idx="519">
                  <c:v>0</c:v>
                </c:pt>
                <c:pt idx="520">
                  <c:v>1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1</c:v>
                </c:pt>
                <c:pt idx="531">
                  <c:v>1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1</c:v>
                </c:pt>
                <c:pt idx="545">
                  <c:v>0</c:v>
                </c:pt>
                <c:pt idx="546">
                  <c:v>0</c:v>
                </c:pt>
                <c:pt idx="547">
                  <c:v>1</c:v>
                </c:pt>
                <c:pt idx="548">
                  <c:v>0</c:v>
                </c:pt>
                <c:pt idx="549">
                  <c:v>1</c:v>
                </c:pt>
                <c:pt idx="550">
                  <c:v>1</c:v>
                </c:pt>
                <c:pt idx="551">
                  <c:v>1</c:v>
                </c:pt>
                <c:pt idx="552">
                  <c:v>0</c:v>
                </c:pt>
                <c:pt idx="553">
                  <c:v>0</c:v>
                </c:pt>
                <c:pt idx="554">
                  <c:v>1</c:v>
                </c:pt>
                <c:pt idx="555">
                  <c:v>1</c:v>
                </c:pt>
                <c:pt idx="556">
                  <c:v>0</c:v>
                </c:pt>
                <c:pt idx="557">
                  <c:v>1</c:v>
                </c:pt>
                <c:pt idx="558">
                  <c:v>1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1</c:v>
                </c:pt>
                <c:pt idx="565">
                  <c:v>0</c:v>
                </c:pt>
                <c:pt idx="566">
                  <c:v>0</c:v>
                </c:pt>
                <c:pt idx="567">
                  <c:v>1</c:v>
                </c:pt>
                <c:pt idx="568">
                  <c:v>0</c:v>
                </c:pt>
                <c:pt idx="569">
                  <c:v>0</c:v>
                </c:pt>
                <c:pt idx="570">
                  <c:v>1</c:v>
                </c:pt>
                <c:pt idx="571">
                  <c:v>1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1</c:v>
                </c:pt>
                <c:pt idx="577">
                  <c:v>0</c:v>
                </c:pt>
                <c:pt idx="578">
                  <c:v>0</c:v>
                </c:pt>
                <c:pt idx="579">
                  <c:v>1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1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1</c:v>
                </c:pt>
                <c:pt idx="592">
                  <c:v>1</c:v>
                </c:pt>
                <c:pt idx="593">
                  <c:v>0</c:v>
                </c:pt>
                <c:pt idx="594">
                  <c:v>1</c:v>
                </c:pt>
                <c:pt idx="595">
                  <c:v>1</c:v>
                </c:pt>
                <c:pt idx="596">
                  <c:v>1</c:v>
                </c:pt>
                <c:pt idx="597">
                  <c:v>0</c:v>
                </c:pt>
                <c:pt idx="598">
                  <c:v>0</c:v>
                </c:pt>
                <c:pt idx="599">
                  <c:v>1</c:v>
                </c:pt>
                <c:pt idx="600">
                  <c:v>1</c:v>
                </c:pt>
                <c:pt idx="601">
                  <c:v>1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1</c:v>
                </c:pt>
                <c:pt idx="611">
                  <c:v>1</c:v>
                </c:pt>
                <c:pt idx="612">
                  <c:v>1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1</c:v>
                </c:pt>
                <c:pt idx="617">
                  <c:v>1</c:v>
                </c:pt>
                <c:pt idx="618">
                  <c:v>0</c:v>
                </c:pt>
                <c:pt idx="619">
                  <c:v>1</c:v>
                </c:pt>
                <c:pt idx="620">
                  <c:v>1</c:v>
                </c:pt>
                <c:pt idx="621">
                  <c:v>1</c:v>
                </c:pt>
                <c:pt idx="622">
                  <c:v>1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1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1</c:v>
                </c:pt>
                <c:pt idx="635">
                  <c:v>0</c:v>
                </c:pt>
                <c:pt idx="636">
                  <c:v>1</c:v>
                </c:pt>
                <c:pt idx="637">
                  <c:v>0</c:v>
                </c:pt>
                <c:pt idx="638">
                  <c:v>0</c:v>
                </c:pt>
                <c:pt idx="639">
                  <c:v>1</c:v>
                </c:pt>
                <c:pt idx="640">
                  <c:v>1</c:v>
                </c:pt>
                <c:pt idx="641">
                  <c:v>0</c:v>
                </c:pt>
                <c:pt idx="642">
                  <c:v>1</c:v>
                </c:pt>
                <c:pt idx="643">
                  <c:v>0</c:v>
                </c:pt>
                <c:pt idx="644">
                  <c:v>1</c:v>
                </c:pt>
                <c:pt idx="645">
                  <c:v>0</c:v>
                </c:pt>
                <c:pt idx="646">
                  <c:v>1</c:v>
                </c:pt>
                <c:pt idx="647">
                  <c:v>1</c:v>
                </c:pt>
                <c:pt idx="648">
                  <c:v>0</c:v>
                </c:pt>
                <c:pt idx="649">
                  <c:v>0</c:v>
                </c:pt>
                <c:pt idx="650">
                  <c:v>1</c:v>
                </c:pt>
                <c:pt idx="651">
                  <c:v>0</c:v>
                </c:pt>
                <c:pt idx="652">
                  <c:v>1</c:v>
                </c:pt>
                <c:pt idx="653">
                  <c:v>1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1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1</c:v>
                </c:pt>
                <c:pt idx="664">
                  <c:v>0</c:v>
                </c:pt>
                <c:pt idx="665">
                  <c:v>1</c:v>
                </c:pt>
                <c:pt idx="666">
                  <c:v>1</c:v>
                </c:pt>
                <c:pt idx="667">
                  <c:v>0</c:v>
                </c:pt>
                <c:pt idx="668">
                  <c:v>1</c:v>
                </c:pt>
                <c:pt idx="669">
                  <c:v>1</c:v>
                </c:pt>
                <c:pt idx="670">
                  <c:v>0</c:v>
                </c:pt>
                <c:pt idx="671">
                  <c:v>1</c:v>
                </c:pt>
                <c:pt idx="672">
                  <c:v>1</c:v>
                </c:pt>
                <c:pt idx="673">
                  <c:v>1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1</c:v>
                </c:pt>
                <c:pt idx="681">
                  <c:v>0</c:v>
                </c:pt>
                <c:pt idx="682">
                  <c:v>1</c:v>
                </c:pt>
                <c:pt idx="683">
                  <c:v>0</c:v>
                </c:pt>
                <c:pt idx="684">
                  <c:v>1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1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1</c:v>
                </c:pt>
                <c:pt idx="697">
                  <c:v>1</c:v>
                </c:pt>
                <c:pt idx="698">
                  <c:v>0</c:v>
                </c:pt>
                <c:pt idx="699">
                  <c:v>0</c:v>
                </c:pt>
                <c:pt idx="700">
                  <c:v>1</c:v>
                </c:pt>
                <c:pt idx="701">
                  <c:v>1</c:v>
                </c:pt>
                <c:pt idx="702">
                  <c:v>0</c:v>
                </c:pt>
                <c:pt idx="703">
                  <c:v>0</c:v>
                </c:pt>
                <c:pt idx="704">
                  <c:v>1</c:v>
                </c:pt>
                <c:pt idx="705">
                  <c:v>0</c:v>
                </c:pt>
                <c:pt idx="706">
                  <c:v>0</c:v>
                </c:pt>
                <c:pt idx="707">
                  <c:v>1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1</c:v>
                </c:pt>
                <c:pt idx="713">
                  <c:v>1</c:v>
                </c:pt>
                <c:pt idx="714">
                  <c:v>0</c:v>
                </c:pt>
                <c:pt idx="715">
                  <c:v>1</c:v>
                </c:pt>
                <c:pt idx="716">
                  <c:v>1</c:v>
                </c:pt>
                <c:pt idx="717">
                  <c:v>0</c:v>
                </c:pt>
                <c:pt idx="718">
                  <c:v>1</c:v>
                </c:pt>
                <c:pt idx="719">
                  <c:v>1</c:v>
                </c:pt>
                <c:pt idx="720">
                  <c:v>0</c:v>
                </c:pt>
                <c:pt idx="721">
                  <c:v>1</c:v>
                </c:pt>
                <c:pt idx="722">
                  <c:v>0</c:v>
                </c:pt>
                <c:pt idx="723">
                  <c:v>1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1</c:v>
                </c:pt>
                <c:pt idx="734">
                  <c:v>1</c:v>
                </c:pt>
                <c:pt idx="735">
                  <c:v>0</c:v>
                </c:pt>
                <c:pt idx="736">
                  <c:v>0</c:v>
                </c:pt>
                <c:pt idx="737">
                  <c:v>1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1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1</c:v>
                </c:pt>
                <c:pt idx="749">
                  <c:v>0</c:v>
                </c:pt>
                <c:pt idx="750">
                  <c:v>0</c:v>
                </c:pt>
                <c:pt idx="751">
                  <c:v>1</c:v>
                </c:pt>
                <c:pt idx="752">
                  <c:v>1</c:v>
                </c:pt>
                <c:pt idx="753">
                  <c:v>1</c:v>
                </c:pt>
                <c:pt idx="754">
                  <c:v>1</c:v>
                </c:pt>
                <c:pt idx="755">
                  <c:v>0</c:v>
                </c:pt>
                <c:pt idx="756">
                  <c:v>0</c:v>
                </c:pt>
                <c:pt idx="757">
                  <c:v>1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1</c:v>
                </c:pt>
                <c:pt idx="762">
                  <c:v>1</c:v>
                </c:pt>
                <c:pt idx="763">
                  <c:v>1</c:v>
                </c:pt>
                <c:pt idx="764">
                  <c:v>1</c:v>
                </c:pt>
                <c:pt idx="765">
                  <c:v>0</c:v>
                </c:pt>
                <c:pt idx="766">
                  <c:v>1</c:v>
                </c:pt>
                <c:pt idx="767">
                  <c:v>1</c:v>
                </c:pt>
                <c:pt idx="768">
                  <c:v>0</c:v>
                </c:pt>
                <c:pt idx="769">
                  <c:v>0</c:v>
                </c:pt>
                <c:pt idx="770">
                  <c:v>1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1</c:v>
                </c:pt>
                <c:pt idx="775">
                  <c:v>1</c:v>
                </c:pt>
                <c:pt idx="776">
                  <c:v>0</c:v>
                </c:pt>
                <c:pt idx="777">
                  <c:v>1</c:v>
                </c:pt>
                <c:pt idx="778">
                  <c:v>1</c:v>
                </c:pt>
                <c:pt idx="779">
                  <c:v>0</c:v>
                </c:pt>
                <c:pt idx="780">
                  <c:v>1</c:v>
                </c:pt>
                <c:pt idx="781">
                  <c:v>1</c:v>
                </c:pt>
                <c:pt idx="782">
                  <c:v>0</c:v>
                </c:pt>
                <c:pt idx="783">
                  <c:v>0</c:v>
                </c:pt>
                <c:pt idx="784">
                  <c:v>1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1</c:v>
                </c:pt>
                <c:pt idx="792">
                  <c:v>0</c:v>
                </c:pt>
                <c:pt idx="793">
                  <c:v>1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1</c:v>
                </c:pt>
                <c:pt idx="798">
                  <c:v>1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1</c:v>
                </c:pt>
                <c:pt idx="804">
                  <c:v>1</c:v>
                </c:pt>
                <c:pt idx="805">
                  <c:v>1</c:v>
                </c:pt>
                <c:pt idx="806">
                  <c:v>1</c:v>
                </c:pt>
                <c:pt idx="807">
                  <c:v>1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1</c:v>
                </c:pt>
                <c:pt idx="813">
                  <c:v>1</c:v>
                </c:pt>
                <c:pt idx="814">
                  <c:v>1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1</c:v>
                </c:pt>
                <c:pt idx="821">
                  <c:v>0</c:v>
                </c:pt>
                <c:pt idx="822">
                  <c:v>0</c:v>
                </c:pt>
                <c:pt idx="823">
                  <c:v>1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1</c:v>
                </c:pt>
                <c:pt idx="830">
                  <c:v>0</c:v>
                </c:pt>
                <c:pt idx="831">
                  <c:v>1</c:v>
                </c:pt>
                <c:pt idx="832">
                  <c:v>1</c:v>
                </c:pt>
                <c:pt idx="833">
                  <c:v>1</c:v>
                </c:pt>
                <c:pt idx="834">
                  <c:v>0</c:v>
                </c:pt>
                <c:pt idx="835">
                  <c:v>1</c:v>
                </c:pt>
                <c:pt idx="836">
                  <c:v>1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1</c:v>
                </c:pt>
                <c:pt idx="842">
                  <c:v>0</c:v>
                </c:pt>
                <c:pt idx="843">
                  <c:v>0</c:v>
                </c:pt>
                <c:pt idx="844">
                  <c:v>1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1</c:v>
                </c:pt>
                <c:pt idx="849">
                  <c:v>0</c:v>
                </c:pt>
                <c:pt idx="850">
                  <c:v>1</c:v>
                </c:pt>
                <c:pt idx="851">
                  <c:v>0</c:v>
                </c:pt>
                <c:pt idx="852">
                  <c:v>1</c:v>
                </c:pt>
                <c:pt idx="853">
                  <c:v>0</c:v>
                </c:pt>
                <c:pt idx="854">
                  <c:v>1</c:v>
                </c:pt>
                <c:pt idx="855">
                  <c:v>0</c:v>
                </c:pt>
                <c:pt idx="856">
                  <c:v>1</c:v>
                </c:pt>
                <c:pt idx="857">
                  <c:v>0</c:v>
                </c:pt>
                <c:pt idx="858">
                  <c:v>0</c:v>
                </c:pt>
                <c:pt idx="859">
                  <c:v>1</c:v>
                </c:pt>
                <c:pt idx="860">
                  <c:v>0</c:v>
                </c:pt>
                <c:pt idx="861">
                  <c:v>0</c:v>
                </c:pt>
                <c:pt idx="862">
                  <c:v>1</c:v>
                </c:pt>
                <c:pt idx="863">
                  <c:v>1</c:v>
                </c:pt>
                <c:pt idx="864">
                  <c:v>0</c:v>
                </c:pt>
                <c:pt idx="865">
                  <c:v>1</c:v>
                </c:pt>
                <c:pt idx="866">
                  <c:v>0</c:v>
                </c:pt>
                <c:pt idx="867">
                  <c:v>0</c:v>
                </c:pt>
                <c:pt idx="868">
                  <c:v>1</c:v>
                </c:pt>
                <c:pt idx="869">
                  <c:v>1</c:v>
                </c:pt>
                <c:pt idx="870">
                  <c:v>0</c:v>
                </c:pt>
                <c:pt idx="871">
                  <c:v>1</c:v>
                </c:pt>
                <c:pt idx="872">
                  <c:v>0</c:v>
                </c:pt>
                <c:pt idx="873">
                  <c:v>1</c:v>
                </c:pt>
                <c:pt idx="874">
                  <c:v>1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1</c:v>
                </c:pt>
                <c:pt idx="879">
                  <c:v>0</c:v>
                </c:pt>
                <c:pt idx="880">
                  <c:v>1</c:v>
                </c:pt>
                <c:pt idx="881">
                  <c:v>1</c:v>
                </c:pt>
                <c:pt idx="882">
                  <c:v>0</c:v>
                </c:pt>
                <c:pt idx="883">
                  <c:v>0</c:v>
                </c:pt>
                <c:pt idx="884">
                  <c:v>1</c:v>
                </c:pt>
                <c:pt idx="885">
                  <c:v>0</c:v>
                </c:pt>
                <c:pt idx="886">
                  <c:v>0</c:v>
                </c:pt>
                <c:pt idx="887">
                  <c:v>1</c:v>
                </c:pt>
                <c:pt idx="888">
                  <c:v>1</c:v>
                </c:pt>
                <c:pt idx="889">
                  <c:v>0</c:v>
                </c:pt>
                <c:pt idx="890">
                  <c:v>1</c:v>
                </c:pt>
                <c:pt idx="891">
                  <c:v>0</c:v>
                </c:pt>
                <c:pt idx="892">
                  <c:v>1</c:v>
                </c:pt>
                <c:pt idx="893">
                  <c:v>0</c:v>
                </c:pt>
                <c:pt idx="894">
                  <c:v>0</c:v>
                </c:pt>
                <c:pt idx="895">
                  <c:v>1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1</c:v>
                </c:pt>
                <c:pt idx="900">
                  <c:v>0</c:v>
                </c:pt>
                <c:pt idx="901">
                  <c:v>1</c:v>
                </c:pt>
                <c:pt idx="902">
                  <c:v>0</c:v>
                </c:pt>
                <c:pt idx="903">
                  <c:v>1</c:v>
                </c:pt>
                <c:pt idx="904">
                  <c:v>0</c:v>
                </c:pt>
                <c:pt idx="905">
                  <c:v>1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1</c:v>
                </c:pt>
                <c:pt idx="914">
                  <c:v>0</c:v>
                </c:pt>
                <c:pt idx="915">
                  <c:v>1</c:v>
                </c:pt>
                <c:pt idx="916">
                  <c:v>0</c:v>
                </c:pt>
                <c:pt idx="917">
                  <c:v>1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1</c:v>
                </c:pt>
                <c:pt idx="926">
                  <c:v>0</c:v>
                </c:pt>
                <c:pt idx="927">
                  <c:v>1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1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1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1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1</c:v>
                </c:pt>
                <c:pt idx="952">
                  <c:v>0</c:v>
                </c:pt>
                <c:pt idx="953">
                  <c:v>0</c:v>
                </c:pt>
                <c:pt idx="954">
                  <c:v>1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1</c:v>
                </c:pt>
                <c:pt idx="960">
                  <c:v>1</c:v>
                </c:pt>
                <c:pt idx="961">
                  <c:v>1</c:v>
                </c:pt>
                <c:pt idx="962">
                  <c:v>0</c:v>
                </c:pt>
                <c:pt idx="963">
                  <c:v>0</c:v>
                </c:pt>
                <c:pt idx="964">
                  <c:v>1</c:v>
                </c:pt>
                <c:pt idx="965">
                  <c:v>1</c:v>
                </c:pt>
                <c:pt idx="966">
                  <c:v>1</c:v>
                </c:pt>
                <c:pt idx="967">
                  <c:v>0</c:v>
                </c:pt>
                <c:pt idx="968">
                  <c:v>1</c:v>
                </c:pt>
                <c:pt idx="969">
                  <c:v>0</c:v>
                </c:pt>
                <c:pt idx="970">
                  <c:v>1</c:v>
                </c:pt>
                <c:pt idx="971">
                  <c:v>1</c:v>
                </c:pt>
                <c:pt idx="972">
                  <c:v>1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1</c:v>
                </c:pt>
                <c:pt idx="981">
                  <c:v>1</c:v>
                </c:pt>
                <c:pt idx="982">
                  <c:v>1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1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1</c:v>
                </c:pt>
                <c:pt idx="992">
                  <c:v>1</c:v>
                </c:pt>
                <c:pt idx="993">
                  <c:v>1</c:v>
                </c:pt>
                <c:pt idx="994">
                  <c:v>0</c:v>
                </c:pt>
                <c:pt idx="995">
                  <c:v>0</c:v>
                </c:pt>
                <c:pt idx="996">
                  <c:v>1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777-4E27-9475-A1CF290904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85529680"/>
        <c:axId val="783742864"/>
      </c:scatterChart>
      <c:valAx>
        <c:axId val="7855296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Dose</a:t>
                </a:r>
                <a:r>
                  <a:rPr lang="en-IN" baseline="0"/>
                  <a:t> Administered (mg)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3742864"/>
        <c:crosses val="autoZero"/>
        <c:crossBetween val="midCat"/>
      </c:valAx>
      <c:valAx>
        <c:axId val="783742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Success</a:t>
                </a:r>
                <a:r>
                  <a:rPr lang="en-IN" baseline="0"/>
                  <a:t> Indicator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55296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Treatment</a:t>
            </a:r>
            <a:r>
              <a:rPr lang="en-US" baseline="0"/>
              <a:t> Duration vs. Side Effects</a:t>
            </a:r>
            <a:endParaRPr lang="en-US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lineMarker"/>
        <c:varyColors val="0"/>
        <c:ser>
          <c:idx val="1"/>
          <c:order val="0"/>
          <c:tx>
            <c:strRef>
              <c:f>Clean_Data!$AD$1</c:f>
              <c:strCache>
                <c:ptCount val="1"/>
                <c:pt idx="0">
                  <c:v>Side_Effects_Numeric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Clean_Data!$R$2:$R$1001</c:f>
              <c:numCache>
                <c:formatCode>General</c:formatCode>
                <c:ptCount val="1000"/>
                <c:pt idx="0">
                  <c:v>95</c:v>
                </c:pt>
                <c:pt idx="1">
                  <c:v>90</c:v>
                </c:pt>
                <c:pt idx="2">
                  <c:v>64</c:v>
                </c:pt>
                <c:pt idx="3">
                  <c:v>159</c:v>
                </c:pt>
                <c:pt idx="4">
                  <c:v>44</c:v>
                </c:pt>
                <c:pt idx="5">
                  <c:v>76</c:v>
                </c:pt>
                <c:pt idx="6">
                  <c:v>138</c:v>
                </c:pt>
                <c:pt idx="7">
                  <c:v>42</c:v>
                </c:pt>
                <c:pt idx="8">
                  <c:v>86</c:v>
                </c:pt>
                <c:pt idx="9">
                  <c:v>77</c:v>
                </c:pt>
                <c:pt idx="10">
                  <c:v>124</c:v>
                </c:pt>
                <c:pt idx="11">
                  <c:v>152</c:v>
                </c:pt>
                <c:pt idx="12">
                  <c:v>124</c:v>
                </c:pt>
                <c:pt idx="13">
                  <c:v>95</c:v>
                </c:pt>
                <c:pt idx="14">
                  <c:v>47</c:v>
                </c:pt>
                <c:pt idx="15">
                  <c:v>103</c:v>
                </c:pt>
                <c:pt idx="16">
                  <c:v>50</c:v>
                </c:pt>
                <c:pt idx="17">
                  <c:v>99</c:v>
                </c:pt>
                <c:pt idx="18">
                  <c:v>50</c:v>
                </c:pt>
                <c:pt idx="19">
                  <c:v>77</c:v>
                </c:pt>
                <c:pt idx="20">
                  <c:v>108</c:v>
                </c:pt>
                <c:pt idx="21">
                  <c:v>129</c:v>
                </c:pt>
                <c:pt idx="22">
                  <c:v>156</c:v>
                </c:pt>
                <c:pt idx="23">
                  <c:v>131</c:v>
                </c:pt>
                <c:pt idx="24">
                  <c:v>134</c:v>
                </c:pt>
                <c:pt idx="25">
                  <c:v>57</c:v>
                </c:pt>
                <c:pt idx="26">
                  <c:v>180</c:v>
                </c:pt>
                <c:pt idx="27">
                  <c:v>111</c:v>
                </c:pt>
                <c:pt idx="28">
                  <c:v>77</c:v>
                </c:pt>
                <c:pt idx="29">
                  <c:v>59</c:v>
                </c:pt>
                <c:pt idx="30">
                  <c:v>91</c:v>
                </c:pt>
                <c:pt idx="31">
                  <c:v>145</c:v>
                </c:pt>
                <c:pt idx="32">
                  <c:v>104</c:v>
                </c:pt>
                <c:pt idx="33">
                  <c:v>93</c:v>
                </c:pt>
                <c:pt idx="34">
                  <c:v>166</c:v>
                </c:pt>
                <c:pt idx="35">
                  <c:v>130</c:v>
                </c:pt>
                <c:pt idx="36">
                  <c:v>46</c:v>
                </c:pt>
                <c:pt idx="37">
                  <c:v>142</c:v>
                </c:pt>
                <c:pt idx="38">
                  <c:v>139</c:v>
                </c:pt>
                <c:pt idx="39">
                  <c:v>56</c:v>
                </c:pt>
                <c:pt idx="40">
                  <c:v>135</c:v>
                </c:pt>
                <c:pt idx="41">
                  <c:v>102</c:v>
                </c:pt>
                <c:pt idx="42">
                  <c:v>63</c:v>
                </c:pt>
                <c:pt idx="43">
                  <c:v>136</c:v>
                </c:pt>
                <c:pt idx="44">
                  <c:v>109</c:v>
                </c:pt>
                <c:pt idx="45">
                  <c:v>96</c:v>
                </c:pt>
                <c:pt idx="46">
                  <c:v>72</c:v>
                </c:pt>
                <c:pt idx="47">
                  <c:v>87</c:v>
                </c:pt>
                <c:pt idx="48">
                  <c:v>113</c:v>
                </c:pt>
                <c:pt idx="49">
                  <c:v>89</c:v>
                </c:pt>
                <c:pt idx="50">
                  <c:v>163</c:v>
                </c:pt>
                <c:pt idx="51">
                  <c:v>111</c:v>
                </c:pt>
                <c:pt idx="52">
                  <c:v>108</c:v>
                </c:pt>
                <c:pt idx="53">
                  <c:v>74</c:v>
                </c:pt>
                <c:pt idx="54">
                  <c:v>80</c:v>
                </c:pt>
                <c:pt idx="55">
                  <c:v>101</c:v>
                </c:pt>
                <c:pt idx="56">
                  <c:v>127</c:v>
                </c:pt>
                <c:pt idx="57">
                  <c:v>89</c:v>
                </c:pt>
                <c:pt idx="58">
                  <c:v>174</c:v>
                </c:pt>
                <c:pt idx="59">
                  <c:v>45</c:v>
                </c:pt>
                <c:pt idx="60">
                  <c:v>121</c:v>
                </c:pt>
                <c:pt idx="61">
                  <c:v>90</c:v>
                </c:pt>
                <c:pt idx="62">
                  <c:v>72</c:v>
                </c:pt>
                <c:pt idx="63">
                  <c:v>117</c:v>
                </c:pt>
                <c:pt idx="64">
                  <c:v>78</c:v>
                </c:pt>
                <c:pt idx="65">
                  <c:v>82</c:v>
                </c:pt>
                <c:pt idx="66">
                  <c:v>97</c:v>
                </c:pt>
                <c:pt idx="67">
                  <c:v>50</c:v>
                </c:pt>
                <c:pt idx="68">
                  <c:v>81</c:v>
                </c:pt>
                <c:pt idx="69">
                  <c:v>180</c:v>
                </c:pt>
                <c:pt idx="70">
                  <c:v>132</c:v>
                </c:pt>
                <c:pt idx="71">
                  <c:v>112</c:v>
                </c:pt>
                <c:pt idx="72">
                  <c:v>37</c:v>
                </c:pt>
                <c:pt idx="73">
                  <c:v>75</c:v>
                </c:pt>
                <c:pt idx="74">
                  <c:v>151</c:v>
                </c:pt>
                <c:pt idx="75">
                  <c:v>160</c:v>
                </c:pt>
                <c:pt idx="76">
                  <c:v>65</c:v>
                </c:pt>
                <c:pt idx="77">
                  <c:v>105</c:v>
                </c:pt>
                <c:pt idx="78">
                  <c:v>148</c:v>
                </c:pt>
                <c:pt idx="79">
                  <c:v>117</c:v>
                </c:pt>
                <c:pt idx="80">
                  <c:v>139</c:v>
                </c:pt>
                <c:pt idx="81">
                  <c:v>56</c:v>
                </c:pt>
                <c:pt idx="82">
                  <c:v>63</c:v>
                </c:pt>
                <c:pt idx="83">
                  <c:v>143</c:v>
                </c:pt>
                <c:pt idx="84">
                  <c:v>157</c:v>
                </c:pt>
                <c:pt idx="85">
                  <c:v>58</c:v>
                </c:pt>
                <c:pt idx="86">
                  <c:v>110</c:v>
                </c:pt>
                <c:pt idx="87">
                  <c:v>146</c:v>
                </c:pt>
                <c:pt idx="88">
                  <c:v>37</c:v>
                </c:pt>
                <c:pt idx="89">
                  <c:v>68</c:v>
                </c:pt>
                <c:pt idx="90">
                  <c:v>133</c:v>
                </c:pt>
                <c:pt idx="91">
                  <c:v>53</c:v>
                </c:pt>
                <c:pt idx="92">
                  <c:v>30</c:v>
                </c:pt>
                <c:pt idx="93">
                  <c:v>60</c:v>
                </c:pt>
                <c:pt idx="94">
                  <c:v>153</c:v>
                </c:pt>
                <c:pt idx="95">
                  <c:v>65</c:v>
                </c:pt>
                <c:pt idx="96">
                  <c:v>136</c:v>
                </c:pt>
                <c:pt idx="97">
                  <c:v>168</c:v>
                </c:pt>
                <c:pt idx="98">
                  <c:v>43</c:v>
                </c:pt>
                <c:pt idx="99">
                  <c:v>126</c:v>
                </c:pt>
                <c:pt idx="100">
                  <c:v>48</c:v>
                </c:pt>
                <c:pt idx="101">
                  <c:v>151</c:v>
                </c:pt>
                <c:pt idx="102">
                  <c:v>161</c:v>
                </c:pt>
                <c:pt idx="103">
                  <c:v>48</c:v>
                </c:pt>
                <c:pt idx="104">
                  <c:v>60</c:v>
                </c:pt>
                <c:pt idx="105">
                  <c:v>151</c:v>
                </c:pt>
                <c:pt idx="106">
                  <c:v>170</c:v>
                </c:pt>
                <c:pt idx="107">
                  <c:v>170</c:v>
                </c:pt>
                <c:pt idx="108">
                  <c:v>145</c:v>
                </c:pt>
                <c:pt idx="109">
                  <c:v>152</c:v>
                </c:pt>
                <c:pt idx="110">
                  <c:v>178</c:v>
                </c:pt>
                <c:pt idx="111">
                  <c:v>131</c:v>
                </c:pt>
                <c:pt idx="112">
                  <c:v>40</c:v>
                </c:pt>
                <c:pt idx="113">
                  <c:v>94</c:v>
                </c:pt>
                <c:pt idx="114">
                  <c:v>60</c:v>
                </c:pt>
                <c:pt idx="115">
                  <c:v>176</c:v>
                </c:pt>
                <c:pt idx="116">
                  <c:v>179</c:v>
                </c:pt>
                <c:pt idx="117">
                  <c:v>151</c:v>
                </c:pt>
                <c:pt idx="118">
                  <c:v>180</c:v>
                </c:pt>
                <c:pt idx="119">
                  <c:v>110</c:v>
                </c:pt>
                <c:pt idx="120">
                  <c:v>94</c:v>
                </c:pt>
                <c:pt idx="121">
                  <c:v>53</c:v>
                </c:pt>
                <c:pt idx="122">
                  <c:v>32</c:v>
                </c:pt>
                <c:pt idx="123">
                  <c:v>131</c:v>
                </c:pt>
                <c:pt idx="124">
                  <c:v>159</c:v>
                </c:pt>
                <c:pt idx="125">
                  <c:v>59</c:v>
                </c:pt>
                <c:pt idx="126">
                  <c:v>120</c:v>
                </c:pt>
                <c:pt idx="127">
                  <c:v>31</c:v>
                </c:pt>
                <c:pt idx="128">
                  <c:v>38</c:v>
                </c:pt>
                <c:pt idx="129">
                  <c:v>170</c:v>
                </c:pt>
                <c:pt idx="130">
                  <c:v>55</c:v>
                </c:pt>
                <c:pt idx="131">
                  <c:v>131</c:v>
                </c:pt>
                <c:pt idx="132">
                  <c:v>80</c:v>
                </c:pt>
                <c:pt idx="133">
                  <c:v>117</c:v>
                </c:pt>
                <c:pt idx="134">
                  <c:v>94</c:v>
                </c:pt>
                <c:pt idx="135">
                  <c:v>109</c:v>
                </c:pt>
                <c:pt idx="136">
                  <c:v>146</c:v>
                </c:pt>
                <c:pt idx="137">
                  <c:v>64</c:v>
                </c:pt>
                <c:pt idx="138">
                  <c:v>93</c:v>
                </c:pt>
                <c:pt idx="139">
                  <c:v>145</c:v>
                </c:pt>
                <c:pt idx="140">
                  <c:v>85</c:v>
                </c:pt>
                <c:pt idx="141">
                  <c:v>94</c:v>
                </c:pt>
                <c:pt idx="142">
                  <c:v>70</c:v>
                </c:pt>
                <c:pt idx="143">
                  <c:v>151</c:v>
                </c:pt>
                <c:pt idx="144">
                  <c:v>118</c:v>
                </c:pt>
                <c:pt idx="145">
                  <c:v>112</c:v>
                </c:pt>
                <c:pt idx="146">
                  <c:v>112</c:v>
                </c:pt>
                <c:pt idx="147">
                  <c:v>57</c:v>
                </c:pt>
                <c:pt idx="148">
                  <c:v>149</c:v>
                </c:pt>
                <c:pt idx="149">
                  <c:v>175</c:v>
                </c:pt>
                <c:pt idx="150">
                  <c:v>125</c:v>
                </c:pt>
                <c:pt idx="151">
                  <c:v>31</c:v>
                </c:pt>
                <c:pt idx="152">
                  <c:v>53</c:v>
                </c:pt>
                <c:pt idx="153">
                  <c:v>141</c:v>
                </c:pt>
                <c:pt idx="154">
                  <c:v>144</c:v>
                </c:pt>
                <c:pt idx="155">
                  <c:v>154</c:v>
                </c:pt>
                <c:pt idx="156">
                  <c:v>119</c:v>
                </c:pt>
                <c:pt idx="157">
                  <c:v>145</c:v>
                </c:pt>
                <c:pt idx="158">
                  <c:v>99</c:v>
                </c:pt>
                <c:pt idx="159">
                  <c:v>77</c:v>
                </c:pt>
                <c:pt idx="160">
                  <c:v>129</c:v>
                </c:pt>
                <c:pt idx="161">
                  <c:v>82</c:v>
                </c:pt>
                <c:pt idx="162">
                  <c:v>111</c:v>
                </c:pt>
                <c:pt idx="163">
                  <c:v>152</c:v>
                </c:pt>
                <c:pt idx="164">
                  <c:v>155</c:v>
                </c:pt>
                <c:pt idx="165">
                  <c:v>167</c:v>
                </c:pt>
                <c:pt idx="166">
                  <c:v>158</c:v>
                </c:pt>
                <c:pt idx="167">
                  <c:v>51</c:v>
                </c:pt>
                <c:pt idx="168">
                  <c:v>137</c:v>
                </c:pt>
                <c:pt idx="169">
                  <c:v>146</c:v>
                </c:pt>
                <c:pt idx="170">
                  <c:v>106</c:v>
                </c:pt>
                <c:pt idx="171">
                  <c:v>46</c:v>
                </c:pt>
                <c:pt idx="172">
                  <c:v>96</c:v>
                </c:pt>
                <c:pt idx="173">
                  <c:v>83</c:v>
                </c:pt>
                <c:pt idx="174">
                  <c:v>115</c:v>
                </c:pt>
                <c:pt idx="175">
                  <c:v>106</c:v>
                </c:pt>
                <c:pt idx="176">
                  <c:v>110</c:v>
                </c:pt>
                <c:pt idx="177">
                  <c:v>158</c:v>
                </c:pt>
                <c:pt idx="178">
                  <c:v>52</c:v>
                </c:pt>
                <c:pt idx="179">
                  <c:v>59</c:v>
                </c:pt>
                <c:pt idx="180">
                  <c:v>57</c:v>
                </c:pt>
                <c:pt idx="181">
                  <c:v>54</c:v>
                </c:pt>
                <c:pt idx="182">
                  <c:v>119</c:v>
                </c:pt>
                <c:pt idx="183">
                  <c:v>91</c:v>
                </c:pt>
                <c:pt idx="184">
                  <c:v>113</c:v>
                </c:pt>
                <c:pt idx="185">
                  <c:v>67</c:v>
                </c:pt>
                <c:pt idx="186">
                  <c:v>170</c:v>
                </c:pt>
                <c:pt idx="187">
                  <c:v>122</c:v>
                </c:pt>
                <c:pt idx="188">
                  <c:v>160</c:v>
                </c:pt>
                <c:pt idx="189">
                  <c:v>58</c:v>
                </c:pt>
                <c:pt idx="190">
                  <c:v>32</c:v>
                </c:pt>
                <c:pt idx="191">
                  <c:v>43</c:v>
                </c:pt>
                <c:pt idx="192">
                  <c:v>124</c:v>
                </c:pt>
                <c:pt idx="193">
                  <c:v>83</c:v>
                </c:pt>
                <c:pt idx="194">
                  <c:v>141</c:v>
                </c:pt>
                <c:pt idx="195">
                  <c:v>130</c:v>
                </c:pt>
                <c:pt idx="196">
                  <c:v>36</c:v>
                </c:pt>
                <c:pt idx="197">
                  <c:v>49</c:v>
                </c:pt>
                <c:pt idx="198">
                  <c:v>130</c:v>
                </c:pt>
                <c:pt idx="199">
                  <c:v>39</c:v>
                </c:pt>
                <c:pt idx="200">
                  <c:v>175</c:v>
                </c:pt>
                <c:pt idx="201">
                  <c:v>57</c:v>
                </c:pt>
                <c:pt idx="202">
                  <c:v>44</c:v>
                </c:pt>
                <c:pt idx="203">
                  <c:v>33</c:v>
                </c:pt>
                <c:pt idx="204">
                  <c:v>113</c:v>
                </c:pt>
                <c:pt idx="205">
                  <c:v>126</c:v>
                </c:pt>
                <c:pt idx="206">
                  <c:v>39</c:v>
                </c:pt>
                <c:pt idx="207">
                  <c:v>100</c:v>
                </c:pt>
                <c:pt idx="208">
                  <c:v>75</c:v>
                </c:pt>
                <c:pt idx="209">
                  <c:v>135</c:v>
                </c:pt>
                <c:pt idx="210">
                  <c:v>38</c:v>
                </c:pt>
                <c:pt idx="211">
                  <c:v>85</c:v>
                </c:pt>
                <c:pt idx="212">
                  <c:v>38</c:v>
                </c:pt>
                <c:pt idx="213">
                  <c:v>147</c:v>
                </c:pt>
                <c:pt idx="214">
                  <c:v>177</c:v>
                </c:pt>
                <c:pt idx="215">
                  <c:v>173</c:v>
                </c:pt>
                <c:pt idx="216">
                  <c:v>154</c:v>
                </c:pt>
                <c:pt idx="217">
                  <c:v>100</c:v>
                </c:pt>
                <c:pt idx="218">
                  <c:v>89</c:v>
                </c:pt>
                <c:pt idx="219">
                  <c:v>103</c:v>
                </c:pt>
                <c:pt idx="220">
                  <c:v>177</c:v>
                </c:pt>
                <c:pt idx="221">
                  <c:v>147</c:v>
                </c:pt>
                <c:pt idx="222">
                  <c:v>108</c:v>
                </c:pt>
                <c:pt idx="223">
                  <c:v>160</c:v>
                </c:pt>
                <c:pt idx="224">
                  <c:v>103</c:v>
                </c:pt>
                <c:pt idx="225">
                  <c:v>74</c:v>
                </c:pt>
                <c:pt idx="226">
                  <c:v>150</c:v>
                </c:pt>
                <c:pt idx="227">
                  <c:v>34</c:v>
                </c:pt>
                <c:pt idx="228">
                  <c:v>161</c:v>
                </c:pt>
                <c:pt idx="229">
                  <c:v>154</c:v>
                </c:pt>
                <c:pt idx="230">
                  <c:v>143</c:v>
                </c:pt>
                <c:pt idx="231">
                  <c:v>49</c:v>
                </c:pt>
                <c:pt idx="232">
                  <c:v>81</c:v>
                </c:pt>
                <c:pt idx="233">
                  <c:v>85</c:v>
                </c:pt>
                <c:pt idx="234">
                  <c:v>161</c:v>
                </c:pt>
                <c:pt idx="235">
                  <c:v>109</c:v>
                </c:pt>
                <c:pt idx="236">
                  <c:v>132</c:v>
                </c:pt>
                <c:pt idx="237">
                  <c:v>154</c:v>
                </c:pt>
                <c:pt idx="238">
                  <c:v>69</c:v>
                </c:pt>
                <c:pt idx="239">
                  <c:v>145</c:v>
                </c:pt>
                <c:pt idx="240">
                  <c:v>168</c:v>
                </c:pt>
                <c:pt idx="241">
                  <c:v>36</c:v>
                </c:pt>
                <c:pt idx="242">
                  <c:v>113</c:v>
                </c:pt>
                <c:pt idx="243">
                  <c:v>116</c:v>
                </c:pt>
                <c:pt idx="244">
                  <c:v>54</c:v>
                </c:pt>
                <c:pt idx="245">
                  <c:v>161</c:v>
                </c:pt>
                <c:pt idx="246">
                  <c:v>68</c:v>
                </c:pt>
                <c:pt idx="247">
                  <c:v>92</c:v>
                </c:pt>
                <c:pt idx="248">
                  <c:v>35</c:v>
                </c:pt>
                <c:pt idx="249">
                  <c:v>163</c:v>
                </c:pt>
                <c:pt idx="250">
                  <c:v>180</c:v>
                </c:pt>
                <c:pt idx="251">
                  <c:v>91</c:v>
                </c:pt>
                <c:pt idx="252">
                  <c:v>111</c:v>
                </c:pt>
                <c:pt idx="253">
                  <c:v>43</c:v>
                </c:pt>
                <c:pt idx="254">
                  <c:v>96</c:v>
                </c:pt>
                <c:pt idx="255">
                  <c:v>42</c:v>
                </c:pt>
                <c:pt idx="256">
                  <c:v>127</c:v>
                </c:pt>
                <c:pt idx="257">
                  <c:v>179</c:v>
                </c:pt>
                <c:pt idx="258">
                  <c:v>90</c:v>
                </c:pt>
                <c:pt idx="259">
                  <c:v>52</c:v>
                </c:pt>
                <c:pt idx="260">
                  <c:v>68</c:v>
                </c:pt>
                <c:pt idx="261">
                  <c:v>67</c:v>
                </c:pt>
                <c:pt idx="262">
                  <c:v>114</c:v>
                </c:pt>
                <c:pt idx="263">
                  <c:v>145</c:v>
                </c:pt>
                <c:pt idx="264">
                  <c:v>133</c:v>
                </c:pt>
                <c:pt idx="265">
                  <c:v>138</c:v>
                </c:pt>
                <c:pt idx="266">
                  <c:v>50</c:v>
                </c:pt>
                <c:pt idx="267">
                  <c:v>94</c:v>
                </c:pt>
                <c:pt idx="268">
                  <c:v>97</c:v>
                </c:pt>
                <c:pt idx="269">
                  <c:v>122</c:v>
                </c:pt>
                <c:pt idx="270">
                  <c:v>67</c:v>
                </c:pt>
                <c:pt idx="271">
                  <c:v>56</c:v>
                </c:pt>
                <c:pt idx="272">
                  <c:v>177</c:v>
                </c:pt>
                <c:pt idx="273">
                  <c:v>180</c:v>
                </c:pt>
                <c:pt idx="274">
                  <c:v>155</c:v>
                </c:pt>
                <c:pt idx="275">
                  <c:v>88</c:v>
                </c:pt>
                <c:pt idx="276">
                  <c:v>56</c:v>
                </c:pt>
                <c:pt idx="277">
                  <c:v>81</c:v>
                </c:pt>
                <c:pt idx="278">
                  <c:v>139</c:v>
                </c:pt>
                <c:pt idx="279">
                  <c:v>177</c:v>
                </c:pt>
                <c:pt idx="280">
                  <c:v>80</c:v>
                </c:pt>
                <c:pt idx="281">
                  <c:v>91</c:v>
                </c:pt>
                <c:pt idx="282">
                  <c:v>166</c:v>
                </c:pt>
                <c:pt idx="283">
                  <c:v>50</c:v>
                </c:pt>
                <c:pt idx="284">
                  <c:v>62</c:v>
                </c:pt>
                <c:pt idx="285">
                  <c:v>40</c:v>
                </c:pt>
                <c:pt idx="286">
                  <c:v>61</c:v>
                </c:pt>
                <c:pt idx="287">
                  <c:v>144</c:v>
                </c:pt>
                <c:pt idx="288">
                  <c:v>168</c:v>
                </c:pt>
                <c:pt idx="289">
                  <c:v>180</c:v>
                </c:pt>
                <c:pt idx="290">
                  <c:v>108</c:v>
                </c:pt>
                <c:pt idx="291">
                  <c:v>180</c:v>
                </c:pt>
                <c:pt idx="292">
                  <c:v>93</c:v>
                </c:pt>
                <c:pt idx="293">
                  <c:v>72</c:v>
                </c:pt>
                <c:pt idx="294">
                  <c:v>65</c:v>
                </c:pt>
                <c:pt idx="295">
                  <c:v>64</c:v>
                </c:pt>
                <c:pt idx="296">
                  <c:v>75</c:v>
                </c:pt>
                <c:pt idx="297">
                  <c:v>156</c:v>
                </c:pt>
                <c:pt idx="298">
                  <c:v>62</c:v>
                </c:pt>
                <c:pt idx="299">
                  <c:v>149</c:v>
                </c:pt>
                <c:pt idx="300">
                  <c:v>80</c:v>
                </c:pt>
                <c:pt idx="301">
                  <c:v>142</c:v>
                </c:pt>
                <c:pt idx="302">
                  <c:v>43</c:v>
                </c:pt>
                <c:pt idx="303">
                  <c:v>79</c:v>
                </c:pt>
                <c:pt idx="304">
                  <c:v>62</c:v>
                </c:pt>
                <c:pt idx="305">
                  <c:v>173</c:v>
                </c:pt>
                <c:pt idx="306">
                  <c:v>40</c:v>
                </c:pt>
                <c:pt idx="307">
                  <c:v>59</c:v>
                </c:pt>
                <c:pt idx="308">
                  <c:v>75</c:v>
                </c:pt>
                <c:pt idx="309">
                  <c:v>63</c:v>
                </c:pt>
                <c:pt idx="310">
                  <c:v>160</c:v>
                </c:pt>
                <c:pt idx="311">
                  <c:v>164</c:v>
                </c:pt>
                <c:pt idx="312">
                  <c:v>70</c:v>
                </c:pt>
                <c:pt idx="313">
                  <c:v>99</c:v>
                </c:pt>
                <c:pt idx="314">
                  <c:v>39</c:v>
                </c:pt>
                <c:pt idx="315">
                  <c:v>68</c:v>
                </c:pt>
                <c:pt idx="316">
                  <c:v>125</c:v>
                </c:pt>
                <c:pt idx="317">
                  <c:v>38</c:v>
                </c:pt>
                <c:pt idx="318">
                  <c:v>53</c:v>
                </c:pt>
                <c:pt idx="319">
                  <c:v>113</c:v>
                </c:pt>
                <c:pt idx="320">
                  <c:v>81</c:v>
                </c:pt>
                <c:pt idx="321">
                  <c:v>130</c:v>
                </c:pt>
                <c:pt idx="322">
                  <c:v>104</c:v>
                </c:pt>
                <c:pt idx="323">
                  <c:v>127</c:v>
                </c:pt>
                <c:pt idx="324">
                  <c:v>34</c:v>
                </c:pt>
                <c:pt idx="325">
                  <c:v>143</c:v>
                </c:pt>
                <c:pt idx="326">
                  <c:v>79</c:v>
                </c:pt>
                <c:pt idx="327">
                  <c:v>121</c:v>
                </c:pt>
                <c:pt idx="328">
                  <c:v>175</c:v>
                </c:pt>
                <c:pt idx="329">
                  <c:v>160</c:v>
                </c:pt>
                <c:pt idx="330">
                  <c:v>90</c:v>
                </c:pt>
                <c:pt idx="331">
                  <c:v>86</c:v>
                </c:pt>
                <c:pt idx="332">
                  <c:v>82</c:v>
                </c:pt>
                <c:pt idx="333">
                  <c:v>126</c:v>
                </c:pt>
                <c:pt idx="334">
                  <c:v>127</c:v>
                </c:pt>
                <c:pt idx="335">
                  <c:v>155</c:v>
                </c:pt>
                <c:pt idx="336">
                  <c:v>124</c:v>
                </c:pt>
                <c:pt idx="337">
                  <c:v>33</c:v>
                </c:pt>
                <c:pt idx="338">
                  <c:v>118</c:v>
                </c:pt>
                <c:pt idx="339">
                  <c:v>64</c:v>
                </c:pt>
                <c:pt idx="340">
                  <c:v>72</c:v>
                </c:pt>
                <c:pt idx="341">
                  <c:v>40</c:v>
                </c:pt>
                <c:pt idx="342">
                  <c:v>126</c:v>
                </c:pt>
                <c:pt idx="343">
                  <c:v>30</c:v>
                </c:pt>
                <c:pt idx="344">
                  <c:v>163</c:v>
                </c:pt>
                <c:pt idx="345">
                  <c:v>57</c:v>
                </c:pt>
                <c:pt idx="346">
                  <c:v>117</c:v>
                </c:pt>
                <c:pt idx="347">
                  <c:v>109</c:v>
                </c:pt>
                <c:pt idx="348">
                  <c:v>67</c:v>
                </c:pt>
                <c:pt idx="349">
                  <c:v>87</c:v>
                </c:pt>
                <c:pt idx="350">
                  <c:v>102</c:v>
                </c:pt>
                <c:pt idx="351">
                  <c:v>32</c:v>
                </c:pt>
                <c:pt idx="352">
                  <c:v>38</c:v>
                </c:pt>
                <c:pt idx="353">
                  <c:v>155</c:v>
                </c:pt>
                <c:pt idx="354">
                  <c:v>77</c:v>
                </c:pt>
                <c:pt idx="355">
                  <c:v>40</c:v>
                </c:pt>
                <c:pt idx="356">
                  <c:v>105</c:v>
                </c:pt>
                <c:pt idx="357">
                  <c:v>121</c:v>
                </c:pt>
                <c:pt idx="358">
                  <c:v>125</c:v>
                </c:pt>
                <c:pt idx="359">
                  <c:v>115</c:v>
                </c:pt>
                <c:pt idx="360">
                  <c:v>102</c:v>
                </c:pt>
                <c:pt idx="361">
                  <c:v>62</c:v>
                </c:pt>
                <c:pt idx="362">
                  <c:v>108</c:v>
                </c:pt>
                <c:pt idx="363">
                  <c:v>152</c:v>
                </c:pt>
                <c:pt idx="364">
                  <c:v>74</c:v>
                </c:pt>
                <c:pt idx="365">
                  <c:v>30</c:v>
                </c:pt>
                <c:pt idx="366">
                  <c:v>132</c:v>
                </c:pt>
                <c:pt idx="367">
                  <c:v>123</c:v>
                </c:pt>
                <c:pt idx="368">
                  <c:v>38</c:v>
                </c:pt>
                <c:pt idx="369">
                  <c:v>69</c:v>
                </c:pt>
                <c:pt idx="370">
                  <c:v>77</c:v>
                </c:pt>
                <c:pt idx="371">
                  <c:v>79</c:v>
                </c:pt>
                <c:pt idx="372">
                  <c:v>107</c:v>
                </c:pt>
                <c:pt idx="373">
                  <c:v>77</c:v>
                </c:pt>
                <c:pt idx="374">
                  <c:v>52</c:v>
                </c:pt>
                <c:pt idx="375">
                  <c:v>94</c:v>
                </c:pt>
                <c:pt idx="376">
                  <c:v>131</c:v>
                </c:pt>
                <c:pt idx="377">
                  <c:v>96</c:v>
                </c:pt>
                <c:pt idx="378">
                  <c:v>30</c:v>
                </c:pt>
                <c:pt idx="379">
                  <c:v>167</c:v>
                </c:pt>
                <c:pt idx="380">
                  <c:v>124</c:v>
                </c:pt>
                <c:pt idx="381">
                  <c:v>139</c:v>
                </c:pt>
                <c:pt idx="382">
                  <c:v>66</c:v>
                </c:pt>
                <c:pt idx="383">
                  <c:v>98</c:v>
                </c:pt>
                <c:pt idx="384">
                  <c:v>128</c:v>
                </c:pt>
                <c:pt idx="385">
                  <c:v>165</c:v>
                </c:pt>
                <c:pt idx="386">
                  <c:v>111</c:v>
                </c:pt>
                <c:pt idx="387">
                  <c:v>115</c:v>
                </c:pt>
                <c:pt idx="388">
                  <c:v>122</c:v>
                </c:pt>
                <c:pt idx="389">
                  <c:v>126</c:v>
                </c:pt>
                <c:pt idx="390">
                  <c:v>150</c:v>
                </c:pt>
                <c:pt idx="391">
                  <c:v>171</c:v>
                </c:pt>
                <c:pt idx="392">
                  <c:v>110</c:v>
                </c:pt>
                <c:pt idx="393">
                  <c:v>32</c:v>
                </c:pt>
                <c:pt idx="394">
                  <c:v>158</c:v>
                </c:pt>
                <c:pt idx="395">
                  <c:v>39</c:v>
                </c:pt>
                <c:pt idx="396">
                  <c:v>140</c:v>
                </c:pt>
                <c:pt idx="397">
                  <c:v>71</c:v>
                </c:pt>
                <c:pt idx="398">
                  <c:v>63</c:v>
                </c:pt>
                <c:pt idx="399">
                  <c:v>70</c:v>
                </c:pt>
                <c:pt idx="400">
                  <c:v>46</c:v>
                </c:pt>
                <c:pt idx="401">
                  <c:v>43</c:v>
                </c:pt>
                <c:pt idx="402">
                  <c:v>106</c:v>
                </c:pt>
                <c:pt idx="403">
                  <c:v>111</c:v>
                </c:pt>
                <c:pt idx="404">
                  <c:v>169</c:v>
                </c:pt>
                <c:pt idx="405">
                  <c:v>168</c:v>
                </c:pt>
                <c:pt idx="406">
                  <c:v>135</c:v>
                </c:pt>
                <c:pt idx="407">
                  <c:v>148</c:v>
                </c:pt>
                <c:pt idx="408">
                  <c:v>111</c:v>
                </c:pt>
                <c:pt idx="409">
                  <c:v>159</c:v>
                </c:pt>
                <c:pt idx="410">
                  <c:v>121</c:v>
                </c:pt>
                <c:pt idx="411">
                  <c:v>57</c:v>
                </c:pt>
                <c:pt idx="412">
                  <c:v>145</c:v>
                </c:pt>
                <c:pt idx="413">
                  <c:v>79</c:v>
                </c:pt>
                <c:pt idx="414">
                  <c:v>171</c:v>
                </c:pt>
                <c:pt idx="415">
                  <c:v>144</c:v>
                </c:pt>
                <c:pt idx="416">
                  <c:v>131</c:v>
                </c:pt>
                <c:pt idx="417">
                  <c:v>89</c:v>
                </c:pt>
                <c:pt idx="418">
                  <c:v>157</c:v>
                </c:pt>
                <c:pt idx="419">
                  <c:v>165</c:v>
                </c:pt>
                <c:pt idx="420">
                  <c:v>156</c:v>
                </c:pt>
                <c:pt idx="421">
                  <c:v>58</c:v>
                </c:pt>
                <c:pt idx="422">
                  <c:v>163</c:v>
                </c:pt>
                <c:pt idx="423">
                  <c:v>33</c:v>
                </c:pt>
                <c:pt idx="424">
                  <c:v>161</c:v>
                </c:pt>
                <c:pt idx="425">
                  <c:v>151</c:v>
                </c:pt>
                <c:pt idx="426">
                  <c:v>138</c:v>
                </c:pt>
                <c:pt idx="427">
                  <c:v>91</c:v>
                </c:pt>
                <c:pt idx="428">
                  <c:v>158</c:v>
                </c:pt>
                <c:pt idx="429">
                  <c:v>73</c:v>
                </c:pt>
                <c:pt idx="430">
                  <c:v>107</c:v>
                </c:pt>
                <c:pt idx="431">
                  <c:v>35</c:v>
                </c:pt>
                <c:pt idx="432">
                  <c:v>164</c:v>
                </c:pt>
                <c:pt idx="433">
                  <c:v>157</c:v>
                </c:pt>
                <c:pt idx="434">
                  <c:v>43</c:v>
                </c:pt>
                <c:pt idx="435">
                  <c:v>151</c:v>
                </c:pt>
                <c:pt idx="436">
                  <c:v>107</c:v>
                </c:pt>
                <c:pt idx="437">
                  <c:v>148</c:v>
                </c:pt>
                <c:pt idx="438">
                  <c:v>162</c:v>
                </c:pt>
                <c:pt idx="439">
                  <c:v>87</c:v>
                </c:pt>
                <c:pt idx="440">
                  <c:v>159</c:v>
                </c:pt>
                <c:pt idx="441">
                  <c:v>73</c:v>
                </c:pt>
                <c:pt idx="442">
                  <c:v>147</c:v>
                </c:pt>
                <c:pt idx="443">
                  <c:v>83</c:v>
                </c:pt>
                <c:pt idx="444">
                  <c:v>177</c:v>
                </c:pt>
                <c:pt idx="445">
                  <c:v>151</c:v>
                </c:pt>
                <c:pt idx="446">
                  <c:v>145</c:v>
                </c:pt>
                <c:pt idx="447">
                  <c:v>82</c:v>
                </c:pt>
                <c:pt idx="448">
                  <c:v>142</c:v>
                </c:pt>
                <c:pt idx="449">
                  <c:v>121</c:v>
                </c:pt>
                <c:pt idx="450">
                  <c:v>137</c:v>
                </c:pt>
                <c:pt idx="451">
                  <c:v>50</c:v>
                </c:pt>
                <c:pt idx="452">
                  <c:v>127</c:v>
                </c:pt>
                <c:pt idx="453">
                  <c:v>89</c:v>
                </c:pt>
                <c:pt idx="454">
                  <c:v>104</c:v>
                </c:pt>
                <c:pt idx="455">
                  <c:v>158</c:v>
                </c:pt>
                <c:pt idx="456">
                  <c:v>59</c:v>
                </c:pt>
                <c:pt idx="457">
                  <c:v>140</c:v>
                </c:pt>
                <c:pt idx="458">
                  <c:v>57</c:v>
                </c:pt>
                <c:pt idx="459">
                  <c:v>93</c:v>
                </c:pt>
                <c:pt idx="460">
                  <c:v>32</c:v>
                </c:pt>
                <c:pt idx="461">
                  <c:v>67</c:v>
                </c:pt>
                <c:pt idx="462">
                  <c:v>90</c:v>
                </c:pt>
                <c:pt idx="463">
                  <c:v>113</c:v>
                </c:pt>
                <c:pt idx="464">
                  <c:v>160</c:v>
                </c:pt>
                <c:pt idx="465">
                  <c:v>163</c:v>
                </c:pt>
                <c:pt idx="466">
                  <c:v>120</c:v>
                </c:pt>
                <c:pt idx="467">
                  <c:v>134</c:v>
                </c:pt>
                <c:pt idx="468">
                  <c:v>48</c:v>
                </c:pt>
                <c:pt idx="469">
                  <c:v>145</c:v>
                </c:pt>
                <c:pt idx="470">
                  <c:v>101</c:v>
                </c:pt>
                <c:pt idx="471">
                  <c:v>140</c:v>
                </c:pt>
                <c:pt idx="472">
                  <c:v>171</c:v>
                </c:pt>
                <c:pt idx="473">
                  <c:v>143</c:v>
                </c:pt>
                <c:pt idx="474">
                  <c:v>48</c:v>
                </c:pt>
                <c:pt idx="475">
                  <c:v>102</c:v>
                </c:pt>
                <c:pt idx="476">
                  <c:v>76</c:v>
                </c:pt>
                <c:pt idx="477">
                  <c:v>59</c:v>
                </c:pt>
                <c:pt idx="478">
                  <c:v>112</c:v>
                </c:pt>
                <c:pt idx="479">
                  <c:v>82</c:v>
                </c:pt>
                <c:pt idx="480">
                  <c:v>167</c:v>
                </c:pt>
                <c:pt idx="481">
                  <c:v>88</c:v>
                </c:pt>
                <c:pt idx="482">
                  <c:v>68</c:v>
                </c:pt>
                <c:pt idx="483">
                  <c:v>173</c:v>
                </c:pt>
                <c:pt idx="484">
                  <c:v>174</c:v>
                </c:pt>
                <c:pt idx="485">
                  <c:v>135</c:v>
                </c:pt>
                <c:pt idx="486">
                  <c:v>172</c:v>
                </c:pt>
                <c:pt idx="487">
                  <c:v>65</c:v>
                </c:pt>
                <c:pt idx="488">
                  <c:v>148</c:v>
                </c:pt>
                <c:pt idx="489">
                  <c:v>54</c:v>
                </c:pt>
                <c:pt idx="490">
                  <c:v>81</c:v>
                </c:pt>
                <c:pt idx="491">
                  <c:v>85</c:v>
                </c:pt>
                <c:pt idx="492">
                  <c:v>151</c:v>
                </c:pt>
                <c:pt idx="493">
                  <c:v>75</c:v>
                </c:pt>
                <c:pt idx="494">
                  <c:v>114</c:v>
                </c:pt>
                <c:pt idx="495">
                  <c:v>56</c:v>
                </c:pt>
                <c:pt idx="496">
                  <c:v>34</c:v>
                </c:pt>
                <c:pt idx="497">
                  <c:v>80</c:v>
                </c:pt>
                <c:pt idx="498">
                  <c:v>77</c:v>
                </c:pt>
                <c:pt idx="499">
                  <c:v>135</c:v>
                </c:pt>
                <c:pt idx="500">
                  <c:v>175</c:v>
                </c:pt>
                <c:pt idx="501">
                  <c:v>151</c:v>
                </c:pt>
                <c:pt idx="502">
                  <c:v>71</c:v>
                </c:pt>
                <c:pt idx="503">
                  <c:v>57</c:v>
                </c:pt>
                <c:pt idx="504">
                  <c:v>147</c:v>
                </c:pt>
                <c:pt idx="505">
                  <c:v>125</c:v>
                </c:pt>
                <c:pt idx="506">
                  <c:v>113</c:v>
                </c:pt>
                <c:pt idx="507">
                  <c:v>157</c:v>
                </c:pt>
                <c:pt idx="508">
                  <c:v>57</c:v>
                </c:pt>
                <c:pt idx="509">
                  <c:v>138</c:v>
                </c:pt>
                <c:pt idx="510">
                  <c:v>31</c:v>
                </c:pt>
                <c:pt idx="511">
                  <c:v>168</c:v>
                </c:pt>
                <c:pt idx="512">
                  <c:v>67</c:v>
                </c:pt>
                <c:pt idx="513">
                  <c:v>107</c:v>
                </c:pt>
                <c:pt idx="514">
                  <c:v>100</c:v>
                </c:pt>
                <c:pt idx="515">
                  <c:v>54</c:v>
                </c:pt>
                <c:pt idx="516">
                  <c:v>68</c:v>
                </c:pt>
                <c:pt idx="517">
                  <c:v>37</c:v>
                </c:pt>
                <c:pt idx="518">
                  <c:v>176</c:v>
                </c:pt>
                <c:pt idx="519">
                  <c:v>103</c:v>
                </c:pt>
                <c:pt idx="520">
                  <c:v>87</c:v>
                </c:pt>
                <c:pt idx="521">
                  <c:v>74</c:v>
                </c:pt>
                <c:pt idx="522">
                  <c:v>114</c:v>
                </c:pt>
                <c:pt idx="523">
                  <c:v>104</c:v>
                </c:pt>
                <c:pt idx="524">
                  <c:v>97</c:v>
                </c:pt>
                <c:pt idx="525">
                  <c:v>86</c:v>
                </c:pt>
                <c:pt idx="526">
                  <c:v>88</c:v>
                </c:pt>
                <c:pt idx="527">
                  <c:v>73</c:v>
                </c:pt>
                <c:pt idx="528">
                  <c:v>33</c:v>
                </c:pt>
                <c:pt idx="529">
                  <c:v>92</c:v>
                </c:pt>
                <c:pt idx="530">
                  <c:v>178</c:v>
                </c:pt>
                <c:pt idx="531">
                  <c:v>154</c:v>
                </c:pt>
                <c:pt idx="532">
                  <c:v>106</c:v>
                </c:pt>
                <c:pt idx="533">
                  <c:v>54</c:v>
                </c:pt>
                <c:pt idx="534">
                  <c:v>70</c:v>
                </c:pt>
                <c:pt idx="535">
                  <c:v>174</c:v>
                </c:pt>
                <c:pt idx="536">
                  <c:v>113</c:v>
                </c:pt>
                <c:pt idx="537">
                  <c:v>93</c:v>
                </c:pt>
                <c:pt idx="538">
                  <c:v>81</c:v>
                </c:pt>
                <c:pt idx="539">
                  <c:v>88</c:v>
                </c:pt>
                <c:pt idx="540">
                  <c:v>34</c:v>
                </c:pt>
                <c:pt idx="541">
                  <c:v>48</c:v>
                </c:pt>
                <c:pt idx="542">
                  <c:v>68</c:v>
                </c:pt>
                <c:pt idx="543">
                  <c:v>62</c:v>
                </c:pt>
                <c:pt idx="544">
                  <c:v>36</c:v>
                </c:pt>
                <c:pt idx="545">
                  <c:v>121</c:v>
                </c:pt>
                <c:pt idx="546">
                  <c:v>141</c:v>
                </c:pt>
                <c:pt idx="547">
                  <c:v>83</c:v>
                </c:pt>
                <c:pt idx="548">
                  <c:v>37</c:v>
                </c:pt>
                <c:pt idx="549">
                  <c:v>148</c:v>
                </c:pt>
                <c:pt idx="550">
                  <c:v>63</c:v>
                </c:pt>
                <c:pt idx="551">
                  <c:v>138</c:v>
                </c:pt>
                <c:pt idx="552">
                  <c:v>78</c:v>
                </c:pt>
                <c:pt idx="553">
                  <c:v>46</c:v>
                </c:pt>
                <c:pt idx="554">
                  <c:v>86</c:v>
                </c:pt>
                <c:pt idx="555">
                  <c:v>87</c:v>
                </c:pt>
                <c:pt idx="556">
                  <c:v>83</c:v>
                </c:pt>
                <c:pt idx="557">
                  <c:v>61</c:v>
                </c:pt>
                <c:pt idx="558">
                  <c:v>146</c:v>
                </c:pt>
                <c:pt idx="559">
                  <c:v>122</c:v>
                </c:pt>
                <c:pt idx="560">
                  <c:v>92</c:v>
                </c:pt>
                <c:pt idx="561">
                  <c:v>137</c:v>
                </c:pt>
                <c:pt idx="562">
                  <c:v>37</c:v>
                </c:pt>
                <c:pt idx="563">
                  <c:v>132</c:v>
                </c:pt>
                <c:pt idx="564">
                  <c:v>81</c:v>
                </c:pt>
                <c:pt idx="565">
                  <c:v>80</c:v>
                </c:pt>
                <c:pt idx="566">
                  <c:v>92</c:v>
                </c:pt>
                <c:pt idx="567">
                  <c:v>153</c:v>
                </c:pt>
                <c:pt idx="568">
                  <c:v>64</c:v>
                </c:pt>
                <c:pt idx="569">
                  <c:v>46</c:v>
                </c:pt>
                <c:pt idx="570">
                  <c:v>85</c:v>
                </c:pt>
                <c:pt idx="571">
                  <c:v>46</c:v>
                </c:pt>
                <c:pt idx="572">
                  <c:v>134</c:v>
                </c:pt>
                <c:pt idx="573">
                  <c:v>116</c:v>
                </c:pt>
                <c:pt idx="574">
                  <c:v>125</c:v>
                </c:pt>
                <c:pt idx="575">
                  <c:v>167</c:v>
                </c:pt>
                <c:pt idx="576">
                  <c:v>46</c:v>
                </c:pt>
                <c:pt idx="577">
                  <c:v>163</c:v>
                </c:pt>
                <c:pt idx="578">
                  <c:v>129</c:v>
                </c:pt>
                <c:pt idx="579">
                  <c:v>128</c:v>
                </c:pt>
                <c:pt idx="580">
                  <c:v>176</c:v>
                </c:pt>
                <c:pt idx="581">
                  <c:v>96</c:v>
                </c:pt>
                <c:pt idx="582">
                  <c:v>40</c:v>
                </c:pt>
                <c:pt idx="583">
                  <c:v>57</c:v>
                </c:pt>
                <c:pt idx="584">
                  <c:v>91</c:v>
                </c:pt>
                <c:pt idx="585">
                  <c:v>44</c:v>
                </c:pt>
                <c:pt idx="586">
                  <c:v>46</c:v>
                </c:pt>
                <c:pt idx="587">
                  <c:v>35</c:v>
                </c:pt>
                <c:pt idx="588">
                  <c:v>129</c:v>
                </c:pt>
                <c:pt idx="589">
                  <c:v>136</c:v>
                </c:pt>
                <c:pt idx="590">
                  <c:v>108</c:v>
                </c:pt>
                <c:pt idx="591">
                  <c:v>128</c:v>
                </c:pt>
                <c:pt idx="592">
                  <c:v>51</c:v>
                </c:pt>
                <c:pt idx="593">
                  <c:v>104</c:v>
                </c:pt>
                <c:pt idx="594">
                  <c:v>127</c:v>
                </c:pt>
                <c:pt idx="595">
                  <c:v>106</c:v>
                </c:pt>
                <c:pt idx="596">
                  <c:v>111</c:v>
                </c:pt>
                <c:pt idx="597">
                  <c:v>34</c:v>
                </c:pt>
                <c:pt idx="598">
                  <c:v>79</c:v>
                </c:pt>
                <c:pt idx="599">
                  <c:v>49</c:v>
                </c:pt>
                <c:pt idx="600">
                  <c:v>30</c:v>
                </c:pt>
                <c:pt idx="601">
                  <c:v>31</c:v>
                </c:pt>
                <c:pt idx="602">
                  <c:v>135</c:v>
                </c:pt>
                <c:pt idx="603">
                  <c:v>144</c:v>
                </c:pt>
                <c:pt idx="604">
                  <c:v>169</c:v>
                </c:pt>
                <c:pt idx="605">
                  <c:v>132</c:v>
                </c:pt>
                <c:pt idx="606">
                  <c:v>107</c:v>
                </c:pt>
                <c:pt idx="607">
                  <c:v>104</c:v>
                </c:pt>
                <c:pt idx="608">
                  <c:v>124</c:v>
                </c:pt>
                <c:pt idx="609">
                  <c:v>90</c:v>
                </c:pt>
                <c:pt idx="610">
                  <c:v>66</c:v>
                </c:pt>
                <c:pt idx="611">
                  <c:v>164</c:v>
                </c:pt>
                <c:pt idx="612">
                  <c:v>127</c:v>
                </c:pt>
                <c:pt idx="613">
                  <c:v>124</c:v>
                </c:pt>
                <c:pt idx="614">
                  <c:v>157</c:v>
                </c:pt>
                <c:pt idx="615">
                  <c:v>69</c:v>
                </c:pt>
                <c:pt idx="616">
                  <c:v>86</c:v>
                </c:pt>
                <c:pt idx="617">
                  <c:v>88</c:v>
                </c:pt>
                <c:pt idx="618">
                  <c:v>81</c:v>
                </c:pt>
                <c:pt idx="619">
                  <c:v>57</c:v>
                </c:pt>
                <c:pt idx="620">
                  <c:v>82</c:v>
                </c:pt>
                <c:pt idx="621">
                  <c:v>30</c:v>
                </c:pt>
                <c:pt idx="622">
                  <c:v>146</c:v>
                </c:pt>
                <c:pt idx="623">
                  <c:v>37</c:v>
                </c:pt>
                <c:pt idx="624">
                  <c:v>78</c:v>
                </c:pt>
                <c:pt idx="625">
                  <c:v>171</c:v>
                </c:pt>
                <c:pt idx="626">
                  <c:v>94</c:v>
                </c:pt>
                <c:pt idx="627">
                  <c:v>137</c:v>
                </c:pt>
                <c:pt idx="628">
                  <c:v>57</c:v>
                </c:pt>
                <c:pt idx="629">
                  <c:v>78</c:v>
                </c:pt>
                <c:pt idx="630">
                  <c:v>125</c:v>
                </c:pt>
                <c:pt idx="631">
                  <c:v>138</c:v>
                </c:pt>
                <c:pt idx="632">
                  <c:v>38</c:v>
                </c:pt>
                <c:pt idx="633">
                  <c:v>94</c:v>
                </c:pt>
                <c:pt idx="634">
                  <c:v>129</c:v>
                </c:pt>
                <c:pt idx="635">
                  <c:v>35</c:v>
                </c:pt>
                <c:pt idx="636">
                  <c:v>71</c:v>
                </c:pt>
                <c:pt idx="637">
                  <c:v>130</c:v>
                </c:pt>
                <c:pt idx="638">
                  <c:v>55</c:v>
                </c:pt>
                <c:pt idx="639">
                  <c:v>40</c:v>
                </c:pt>
                <c:pt idx="640">
                  <c:v>46</c:v>
                </c:pt>
                <c:pt idx="641">
                  <c:v>176</c:v>
                </c:pt>
                <c:pt idx="642">
                  <c:v>108</c:v>
                </c:pt>
                <c:pt idx="643">
                  <c:v>60</c:v>
                </c:pt>
                <c:pt idx="644">
                  <c:v>61</c:v>
                </c:pt>
                <c:pt idx="645">
                  <c:v>65</c:v>
                </c:pt>
                <c:pt idx="646">
                  <c:v>116</c:v>
                </c:pt>
                <c:pt idx="647">
                  <c:v>34</c:v>
                </c:pt>
                <c:pt idx="648">
                  <c:v>141</c:v>
                </c:pt>
                <c:pt idx="649">
                  <c:v>155</c:v>
                </c:pt>
                <c:pt idx="650">
                  <c:v>120</c:v>
                </c:pt>
                <c:pt idx="651">
                  <c:v>144</c:v>
                </c:pt>
                <c:pt idx="652">
                  <c:v>53</c:v>
                </c:pt>
                <c:pt idx="653">
                  <c:v>53</c:v>
                </c:pt>
                <c:pt idx="654">
                  <c:v>148</c:v>
                </c:pt>
                <c:pt idx="655">
                  <c:v>63</c:v>
                </c:pt>
                <c:pt idx="656">
                  <c:v>168</c:v>
                </c:pt>
                <c:pt idx="657">
                  <c:v>106</c:v>
                </c:pt>
                <c:pt idx="658">
                  <c:v>88</c:v>
                </c:pt>
                <c:pt idx="659">
                  <c:v>140</c:v>
                </c:pt>
                <c:pt idx="660">
                  <c:v>99</c:v>
                </c:pt>
                <c:pt idx="661">
                  <c:v>161</c:v>
                </c:pt>
                <c:pt idx="662">
                  <c:v>64</c:v>
                </c:pt>
                <c:pt idx="663">
                  <c:v>59</c:v>
                </c:pt>
                <c:pt idx="664">
                  <c:v>114</c:v>
                </c:pt>
                <c:pt idx="665">
                  <c:v>159</c:v>
                </c:pt>
                <c:pt idx="666">
                  <c:v>124</c:v>
                </c:pt>
                <c:pt idx="667">
                  <c:v>55</c:v>
                </c:pt>
                <c:pt idx="668">
                  <c:v>114</c:v>
                </c:pt>
                <c:pt idx="669">
                  <c:v>148</c:v>
                </c:pt>
                <c:pt idx="670">
                  <c:v>137</c:v>
                </c:pt>
                <c:pt idx="671">
                  <c:v>115</c:v>
                </c:pt>
                <c:pt idx="672">
                  <c:v>94</c:v>
                </c:pt>
                <c:pt idx="673">
                  <c:v>161</c:v>
                </c:pt>
                <c:pt idx="674">
                  <c:v>100</c:v>
                </c:pt>
                <c:pt idx="675">
                  <c:v>89</c:v>
                </c:pt>
                <c:pt idx="676">
                  <c:v>140</c:v>
                </c:pt>
                <c:pt idx="677">
                  <c:v>75</c:v>
                </c:pt>
                <c:pt idx="678">
                  <c:v>71</c:v>
                </c:pt>
                <c:pt idx="679">
                  <c:v>61</c:v>
                </c:pt>
                <c:pt idx="680">
                  <c:v>71</c:v>
                </c:pt>
                <c:pt idx="681">
                  <c:v>147</c:v>
                </c:pt>
                <c:pt idx="682">
                  <c:v>163</c:v>
                </c:pt>
                <c:pt idx="683">
                  <c:v>96</c:v>
                </c:pt>
                <c:pt idx="684">
                  <c:v>65</c:v>
                </c:pt>
                <c:pt idx="685">
                  <c:v>168</c:v>
                </c:pt>
                <c:pt idx="686">
                  <c:v>133</c:v>
                </c:pt>
                <c:pt idx="687">
                  <c:v>73</c:v>
                </c:pt>
                <c:pt idx="688">
                  <c:v>133</c:v>
                </c:pt>
                <c:pt idx="689">
                  <c:v>178</c:v>
                </c:pt>
                <c:pt idx="690">
                  <c:v>117</c:v>
                </c:pt>
                <c:pt idx="691">
                  <c:v>141</c:v>
                </c:pt>
                <c:pt idx="692">
                  <c:v>165</c:v>
                </c:pt>
                <c:pt idx="693">
                  <c:v>86</c:v>
                </c:pt>
                <c:pt idx="694">
                  <c:v>177</c:v>
                </c:pt>
                <c:pt idx="695">
                  <c:v>81</c:v>
                </c:pt>
                <c:pt idx="696">
                  <c:v>56</c:v>
                </c:pt>
                <c:pt idx="697">
                  <c:v>134</c:v>
                </c:pt>
                <c:pt idx="698">
                  <c:v>72</c:v>
                </c:pt>
                <c:pt idx="699">
                  <c:v>35</c:v>
                </c:pt>
                <c:pt idx="700">
                  <c:v>82</c:v>
                </c:pt>
                <c:pt idx="701">
                  <c:v>136</c:v>
                </c:pt>
                <c:pt idx="702">
                  <c:v>110</c:v>
                </c:pt>
                <c:pt idx="703">
                  <c:v>43</c:v>
                </c:pt>
                <c:pt idx="704">
                  <c:v>41</c:v>
                </c:pt>
                <c:pt idx="705">
                  <c:v>37</c:v>
                </c:pt>
                <c:pt idx="706">
                  <c:v>68</c:v>
                </c:pt>
                <c:pt idx="707">
                  <c:v>158</c:v>
                </c:pt>
                <c:pt idx="708">
                  <c:v>52</c:v>
                </c:pt>
                <c:pt idx="709">
                  <c:v>40</c:v>
                </c:pt>
                <c:pt idx="710">
                  <c:v>61</c:v>
                </c:pt>
                <c:pt idx="711">
                  <c:v>69</c:v>
                </c:pt>
                <c:pt idx="712">
                  <c:v>94</c:v>
                </c:pt>
                <c:pt idx="713">
                  <c:v>51</c:v>
                </c:pt>
                <c:pt idx="714">
                  <c:v>117</c:v>
                </c:pt>
                <c:pt idx="715">
                  <c:v>146</c:v>
                </c:pt>
                <c:pt idx="716">
                  <c:v>51</c:v>
                </c:pt>
                <c:pt idx="717">
                  <c:v>164</c:v>
                </c:pt>
                <c:pt idx="718">
                  <c:v>109</c:v>
                </c:pt>
                <c:pt idx="719">
                  <c:v>159</c:v>
                </c:pt>
                <c:pt idx="720">
                  <c:v>156</c:v>
                </c:pt>
                <c:pt idx="721">
                  <c:v>128</c:v>
                </c:pt>
                <c:pt idx="722">
                  <c:v>138</c:v>
                </c:pt>
                <c:pt idx="723">
                  <c:v>170</c:v>
                </c:pt>
                <c:pt idx="724">
                  <c:v>104</c:v>
                </c:pt>
                <c:pt idx="725">
                  <c:v>167</c:v>
                </c:pt>
                <c:pt idx="726">
                  <c:v>44</c:v>
                </c:pt>
                <c:pt idx="727">
                  <c:v>122</c:v>
                </c:pt>
                <c:pt idx="728">
                  <c:v>141</c:v>
                </c:pt>
                <c:pt idx="729">
                  <c:v>60</c:v>
                </c:pt>
                <c:pt idx="730">
                  <c:v>130</c:v>
                </c:pt>
                <c:pt idx="731">
                  <c:v>112</c:v>
                </c:pt>
                <c:pt idx="732">
                  <c:v>102</c:v>
                </c:pt>
                <c:pt idx="733">
                  <c:v>47</c:v>
                </c:pt>
                <c:pt idx="734">
                  <c:v>169</c:v>
                </c:pt>
                <c:pt idx="735">
                  <c:v>118</c:v>
                </c:pt>
                <c:pt idx="736">
                  <c:v>41</c:v>
                </c:pt>
                <c:pt idx="737">
                  <c:v>53</c:v>
                </c:pt>
                <c:pt idx="738">
                  <c:v>59</c:v>
                </c:pt>
                <c:pt idx="739">
                  <c:v>67</c:v>
                </c:pt>
                <c:pt idx="740">
                  <c:v>97</c:v>
                </c:pt>
                <c:pt idx="741">
                  <c:v>103</c:v>
                </c:pt>
                <c:pt idx="742">
                  <c:v>161</c:v>
                </c:pt>
                <c:pt idx="743">
                  <c:v>77</c:v>
                </c:pt>
                <c:pt idx="744">
                  <c:v>80</c:v>
                </c:pt>
                <c:pt idx="745">
                  <c:v>39</c:v>
                </c:pt>
                <c:pt idx="746">
                  <c:v>77</c:v>
                </c:pt>
                <c:pt idx="747">
                  <c:v>75</c:v>
                </c:pt>
                <c:pt idx="748">
                  <c:v>130</c:v>
                </c:pt>
                <c:pt idx="749">
                  <c:v>60</c:v>
                </c:pt>
                <c:pt idx="750">
                  <c:v>57</c:v>
                </c:pt>
                <c:pt idx="751">
                  <c:v>102</c:v>
                </c:pt>
                <c:pt idx="752">
                  <c:v>161</c:v>
                </c:pt>
                <c:pt idx="753">
                  <c:v>116</c:v>
                </c:pt>
                <c:pt idx="754">
                  <c:v>31</c:v>
                </c:pt>
                <c:pt idx="755">
                  <c:v>153</c:v>
                </c:pt>
                <c:pt idx="756">
                  <c:v>104</c:v>
                </c:pt>
                <c:pt idx="757">
                  <c:v>62</c:v>
                </c:pt>
                <c:pt idx="758">
                  <c:v>150</c:v>
                </c:pt>
                <c:pt idx="759">
                  <c:v>127</c:v>
                </c:pt>
                <c:pt idx="760">
                  <c:v>174</c:v>
                </c:pt>
                <c:pt idx="761">
                  <c:v>170</c:v>
                </c:pt>
                <c:pt idx="762">
                  <c:v>104</c:v>
                </c:pt>
                <c:pt idx="763">
                  <c:v>47</c:v>
                </c:pt>
                <c:pt idx="764">
                  <c:v>64</c:v>
                </c:pt>
                <c:pt idx="765">
                  <c:v>77</c:v>
                </c:pt>
                <c:pt idx="766">
                  <c:v>53</c:v>
                </c:pt>
                <c:pt idx="767">
                  <c:v>136</c:v>
                </c:pt>
                <c:pt idx="768">
                  <c:v>134</c:v>
                </c:pt>
                <c:pt idx="769">
                  <c:v>142</c:v>
                </c:pt>
                <c:pt idx="770">
                  <c:v>102</c:v>
                </c:pt>
                <c:pt idx="771">
                  <c:v>30</c:v>
                </c:pt>
                <c:pt idx="772">
                  <c:v>108</c:v>
                </c:pt>
                <c:pt idx="773">
                  <c:v>45</c:v>
                </c:pt>
                <c:pt idx="774">
                  <c:v>61</c:v>
                </c:pt>
                <c:pt idx="775">
                  <c:v>152</c:v>
                </c:pt>
                <c:pt idx="776">
                  <c:v>155</c:v>
                </c:pt>
                <c:pt idx="777">
                  <c:v>40</c:v>
                </c:pt>
                <c:pt idx="778">
                  <c:v>36</c:v>
                </c:pt>
                <c:pt idx="779">
                  <c:v>81</c:v>
                </c:pt>
                <c:pt idx="780">
                  <c:v>98</c:v>
                </c:pt>
                <c:pt idx="781">
                  <c:v>179</c:v>
                </c:pt>
                <c:pt idx="782">
                  <c:v>87</c:v>
                </c:pt>
                <c:pt idx="783">
                  <c:v>98</c:v>
                </c:pt>
                <c:pt idx="784">
                  <c:v>84</c:v>
                </c:pt>
                <c:pt idx="785">
                  <c:v>176</c:v>
                </c:pt>
                <c:pt idx="786">
                  <c:v>161</c:v>
                </c:pt>
                <c:pt idx="787">
                  <c:v>51</c:v>
                </c:pt>
                <c:pt idx="788">
                  <c:v>98</c:v>
                </c:pt>
                <c:pt idx="789">
                  <c:v>172</c:v>
                </c:pt>
                <c:pt idx="790">
                  <c:v>139</c:v>
                </c:pt>
                <c:pt idx="791">
                  <c:v>158</c:v>
                </c:pt>
                <c:pt idx="792">
                  <c:v>52</c:v>
                </c:pt>
                <c:pt idx="793">
                  <c:v>95</c:v>
                </c:pt>
                <c:pt idx="794">
                  <c:v>37</c:v>
                </c:pt>
                <c:pt idx="795">
                  <c:v>54</c:v>
                </c:pt>
                <c:pt idx="796">
                  <c:v>93</c:v>
                </c:pt>
                <c:pt idx="797">
                  <c:v>76</c:v>
                </c:pt>
                <c:pt idx="798">
                  <c:v>62</c:v>
                </c:pt>
                <c:pt idx="799">
                  <c:v>100</c:v>
                </c:pt>
                <c:pt idx="800">
                  <c:v>111</c:v>
                </c:pt>
                <c:pt idx="801">
                  <c:v>118</c:v>
                </c:pt>
                <c:pt idx="802">
                  <c:v>110</c:v>
                </c:pt>
                <c:pt idx="803">
                  <c:v>180</c:v>
                </c:pt>
                <c:pt idx="804">
                  <c:v>72</c:v>
                </c:pt>
                <c:pt idx="805">
                  <c:v>172</c:v>
                </c:pt>
                <c:pt idx="806">
                  <c:v>69</c:v>
                </c:pt>
                <c:pt idx="807">
                  <c:v>120</c:v>
                </c:pt>
                <c:pt idx="808">
                  <c:v>114</c:v>
                </c:pt>
                <c:pt idx="809">
                  <c:v>96</c:v>
                </c:pt>
                <c:pt idx="810">
                  <c:v>61</c:v>
                </c:pt>
                <c:pt idx="811">
                  <c:v>94</c:v>
                </c:pt>
                <c:pt idx="812">
                  <c:v>56</c:v>
                </c:pt>
                <c:pt idx="813">
                  <c:v>33</c:v>
                </c:pt>
                <c:pt idx="814">
                  <c:v>78</c:v>
                </c:pt>
                <c:pt idx="815">
                  <c:v>79</c:v>
                </c:pt>
                <c:pt idx="816">
                  <c:v>41</c:v>
                </c:pt>
                <c:pt idx="817">
                  <c:v>132</c:v>
                </c:pt>
                <c:pt idx="818">
                  <c:v>147</c:v>
                </c:pt>
                <c:pt idx="819">
                  <c:v>76</c:v>
                </c:pt>
                <c:pt idx="820">
                  <c:v>50</c:v>
                </c:pt>
                <c:pt idx="821">
                  <c:v>49</c:v>
                </c:pt>
                <c:pt idx="822">
                  <c:v>123</c:v>
                </c:pt>
                <c:pt idx="823">
                  <c:v>132</c:v>
                </c:pt>
                <c:pt idx="824">
                  <c:v>162</c:v>
                </c:pt>
                <c:pt idx="825">
                  <c:v>75</c:v>
                </c:pt>
                <c:pt idx="826">
                  <c:v>110</c:v>
                </c:pt>
                <c:pt idx="827">
                  <c:v>95</c:v>
                </c:pt>
                <c:pt idx="828">
                  <c:v>41</c:v>
                </c:pt>
                <c:pt idx="829">
                  <c:v>99</c:v>
                </c:pt>
                <c:pt idx="830">
                  <c:v>133</c:v>
                </c:pt>
                <c:pt idx="831">
                  <c:v>174</c:v>
                </c:pt>
                <c:pt idx="832">
                  <c:v>114</c:v>
                </c:pt>
                <c:pt idx="833">
                  <c:v>142</c:v>
                </c:pt>
                <c:pt idx="834">
                  <c:v>116</c:v>
                </c:pt>
                <c:pt idx="835">
                  <c:v>32</c:v>
                </c:pt>
                <c:pt idx="836">
                  <c:v>106</c:v>
                </c:pt>
                <c:pt idx="837">
                  <c:v>38</c:v>
                </c:pt>
                <c:pt idx="838">
                  <c:v>152</c:v>
                </c:pt>
                <c:pt idx="839">
                  <c:v>85</c:v>
                </c:pt>
                <c:pt idx="840">
                  <c:v>176</c:v>
                </c:pt>
                <c:pt idx="841">
                  <c:v>128</c:v>
                </c:pt>
                <c:pt idx="842">
                  <c:v>109</c:v>
                </c:pt>
                <c:pt idx="843">
                  <c:v>62</c:v>
                </c:pt>
                <c:pt idx="844">
                  <c:v>176</c:v>
                </c:pt>
                <c:pt idx="845">
                  <c:v>72</c:v>
                </c:pt>
                <c:pt idx="846">
                  <c:v>43</c:v>
                </c:pt>
                <c:pt idx="847">
                  <c:v>154</c:v>
                </c:pt>
                <c:pt idx="848">
                  <c:v>100</c:v>
                </c:pt>
                <c:pt idx="849">
                  <c:v>131</c:v>
                </c:pt>
                <c:pt idx="850">
                  <c:v>52</c:v>
                </c:pt>
                <c:pt idx="851">
                  <c:v>68</c:v>
                </c:pt>
                <c:pt idx="852">
                  <c:v>161</c:v>
                </c:pt>
                <c:pt idx="853">
                  <c:v>107</c:v>
                </c:pt>
                <c:pt idx="854">
                  <c:v>172</c:v>
                </c:pt>
                <c:pt idx="855">
                  <c:v>97</c:v>
                </c:pt>
                <c:pt idx="856">
                  <c:v>50</c:v>
                </c:pt>
                <c:pt idx="857">
                  <c:v>174</c:v>
                </c:pt>
                <c:pt idx="858">
                  <c:v>108</c:v>
                </c:pt>
                <c:pt idx="859">
                  <c:v>124</c:v>
                </c:pt>
                <c:pt idx="860">
                  <c:v>84</c:v>
                </c:pt>
                <c:pt idx="861">
                  <c:v>53</c:v>
                </c:pt>
                <c:pt idx="862">
                  <c:v>36</c:v>
                </c:pt>
                <c:pt idx="863">
                  <c:v>101</c:v>
                </c:pt>
                <c:pt idx="864">
                  <c:v>79</c:v>
                </c:pt>
                <c:pt idx="865">
                  <c:v>126</c:v>
                </c:pt>
                <c:pt idx="866">
                  <c:v>90</c:v>
                </c:pt>
                <c:pt idx="867">
                  <c:v>52</c:v>
                </c:pt>
                <c:pt idx="868">
                  <c:v>39</c:v>
                </c:pt>
                <c:pt idx="869">
                  <c:v>143</c:v>
                </c:pt>
                <c:pt idx="870">
                  <c:v>75</c:v>
                </c:pt>
                <c:pt idx="871">
                  <c:v>44</c:v>
                </c:pt>
                <c:pt idx="872">
                  <c:v>160</c:v>
                </c:pt>
                <c:pt idx="873">
                  <c:v>98</c:v>
                </c:pt>
                <c:pt idx="874">
                  <c:v>34</c:v>
                </c:pt>
                <c:pt idx="875">
                  <c:v>175</c:v>
                </c:pt>
                <c:pt idx="876">
                  <c:v>147</c:v>
                </c:pt>
                <c:pt idx="877">
                  <c:v>115</c:v>
                </c:pt>
                <c:pt idx="878">
                  <c:v>65</c:v>
                </c:pt>
                <c:pt idx="879">
                  <c:v>139</c:v>
                </c:pt>
                <c:pt idx="880">
                  <c:v>174</c:v>
                </c:pt>
                <c:pt idx="881">
                  <c:v>106</c:v>
                </c:pt>
                <c:pt idx="882">
                  <c:v>86</c:v>
                </c:pt>
                <c:pt idx="883">
                  <c:v>34</c:v>
                </c:pt>
                <c:pt idx="884">
                  <c:v>176</c:v>
                </c:pt>
                <c:pt idx="885">
                  <c:v>62</c:v>
                </c:pt>
                <c:pt idx="886">
                  <c:v>64</c:v>
                </c:pt>
                <c:pt idx="887">
                  <c:v>85</c:v>
                </c:pt>
                <c:pt idx="888">
                  <c:v>134</c:v>
                </c:pt>
                <c:pt idx="889">
                  <c:v>168</c:v>
                </c:pt>
                <c:pt idx="890">
                  <c:v>107</c:v>
                </c:pt>
                <c:pt idx="891">
                  <c:v>80</c:v>
                </c:pt>
                <c:pt idx="892">
                  <c:v>134</c:v>
                </c:pt>
                <c:pt idx="893">
                  <c:v>83</c:v>
                </c:pt>
                <c:pt idx="894">
                  <c:v>47</c:v>
                </c:pt>
                <c:pt idx="895">
                  <c:v>156</c:v>
                </c:pt>
                <c:pt idx="896">
                  <c:v>116</c:v>
                </c:pt>
                <c:pt idx="897">
                  <c:v>145</c:v>
                </c:pt>
                <c:pt idx="898">
                  <c:v>154</c:v>
                </c:pt>
                <c:pt idx="899">
                  <c:v>129</c:v>
                </c:pt>
                <c:pt idx="900">
                  <c:v>168</c:v>
                </c:pt>
                <c:pt idx="901">
                  <c:v>126</c:v>
                </c:pt>
                <c:pt idx="902">
                  <c:v>89</c:v>
                </c:pt>
                <c:pt idx="903">
                  <c:v>176</c:v>
                </c:pt>
                <c:pt idx="904">
                  <c:v>134</c:v>
                </c:pt>
                <c:pt idx="905">
                  <c:v>99</c:v>
                </c:pt>
                <c:pt idx="906">
                  <c:v>157</c:v>
                </c:pt>
                <c:pt idx="907">
                  <c:v>157</c:v>
                </c:pt>
                <c:pt idx="908">
                  <c:v>58</c:v>
                </c:pt>
                <c:pt idx="909">
                  <c:v>175</c:v>
                </c:pt>
                <c:pt idx="910">
                  <c:v>134</c:v>
                </c:pt>
                <c:pt idx="911">
                  <c:v>165</c:v>
                </c:pt>
                <c:pt idx="912">
                  <c:v>88</c:v>
                </c:pt>
                <c:pt idx="913">
                  <c:v>141</c:v>
                </c:pt>
                <c:pt idx="914">
                  <c:v>165</c:v>
                </c:pt>
                <c:pt idx="915">
                  <c:v>143</c:v>
                </c:pt>
                <c:pt idx="916">
                  <c:v>166</c:v>
                </c:pt>
                <c:pt idx="917">
                  <c:v>35</c:v>
                </c:pt>
                <c:pt idx="918">
                  <c:v>176</c:v>
                </c:pt>
                <c:pt idx="919">
                  <c:v>166</c:v>
                </c:pt>
                <c:pt idx="920">
                  <c:v>131</c:v>
                </c:pt>
                <c:pt idx="921">
                  <c:v>171</c:v>
                </c:pt>
                <c:pt idx="922">
                  <c:v>56</c:v>
                </c:pt>
                <c:pt idx="923">
                  <c:v>60</c:v>
                </c:pt>
                <c:pt idx="924">
                  <c:v>117</c:v>
                </c:pt>
                <c:pt idx="925">
                  <c:v>32</c:v>
                </c:pt>
                <c:pt idx="926">
                  <c:v>113</c:v>
                </c:pt>
                <c:pt idx="927">
                  <c:v>53</c:v>
                </c:pt>
                <c:pt idx="928">
                  <c:v>73</c:v>
                </c:pt>
                <c:pt idx="929">
                  <c:v>53</c:v>
                </c:pt>
                <c:pt idx="930">
                  <c:v>106</c:v>
                </c:pt>
                <c:pt idx="931">
                  <c:v>163</c:v>
                </c:pt>
                <c:pt idx="932">
                  <c:v>110</c:v>
                </c:pt>
                <c:pt idx="933">
                  <c:v>127</c:v>
                </c:pt>
                <c:pt idx="934">
                  <c:v>117</c:v>
                </c:pt>
                <c:pt idx="935">
                  <c:v>134</c:v>
                </c:pt>
                <c:pt idx="936">
                  <c:v>162</c:v>
                </c:pt>
                <c:pt idx="937">
                  <c:v>165</c:v>
                </c:pt>
                <c:pt idx="938">
                  <c:v>167</c:v>
                </c:pt>
                <c:pt idx="939">
                  <c:v>124</c:v>
                </c:pt>
                <c:pt idx="940">
                  <c:v>61</c:v>
                </c:pt>
                <c:pt idx="941">
                  <c:v>113</c:v>
                </c:pt>
                <c:pt idx="942">
                  <c:v>142</c:v>
                </c:pt>
                <c:pt idx="943">
                  <c:v>145</c:v>
                </c:pt>
                <c:pt idx="944">
                  <c:v>64</c:v>
                </c:pt>
                <c:pt idx="945">
                  <c:v>95</c:v>
                </c:pt>
                <c:pt idx="946">
                  <c:v>78</c:v>
                </c:pt>
                <c:pt idx="947">
                  <c:v>88</c:v>
                </c:pt>
                <c:pt idx="948">
                  <c:v>160</c:v>
                </c:pt>
                <c:pt idx="949">
                  <c:v>57</c:v>
                </c:pt>
                <c:pt idx="950">
                  <c:v>145</c:v>
                </c:pt>
                <c:pt idx="951">
                  <c:v>97</c:v>
                </c:pt>
                <c:pt idx="952">
                  <c:v>99</c:v>
                </c:pt>
                <c:pt idx="953">
                  <c:v>180</c:v>
                </c:pt>
                <c:pt idx="954">
                  <c:v>84</c:v>
                </c:pt>
                <c:pt idx="955">
                  <c:v>73</c:v>
                </c:pt>
                <c:pt idx="956">
                  <c:v>151</c:v>
                </c:pt>
                <c:pt idx="957">
                  <c:v>71</c:v>
                </c:pt>
                <c:pt idx="958">
                  <c:v>156</c:v>
                </c:pt>
                <c:pt idx="959">
                  <c:v>33</c:v>
                </c:pt>
                <c:pt idx="960">
                  <c:v>76</c:v>
                </c:pt>
                <c:pt idx="961">
                  <c:v>57</c:v>
                </c:pt>
                <c:pt idx="962">
                  <c:v>45</c:v>
                </c:pt>
                <c:pt idx="963">
                  <c:v>41</c:v>
                </c:pt>
                <c:pt idx="964">
                  <c:v>87</c:v>
                </c:pt>
                <c:pt idx="965">
                  <c:v>85</c:v>
                </c:pt>
                <c:pt idx="966">
                  <c:v>30</c:v>
                </c:pt>
                <c:pt idx="967">
                  <c:v>96</c:v>
                </c:pt>
                <c:pt idx="968">
                  <c:v>53</c:v>
                </c:pt>
                <c:pt idx="969">
                  <c:v>101</c:v>
                </c:pt>
                <c:pt idx="970">
                  <c:v>65</c:v>
                </c:pt>
                <c:pt idx="971">
                  <c:v>165</c:v>
                </c:pt>
                <c:pt idx="972">
                  <c:v>54</c:v>
                </c:pt>
                <c:pt idx="973">
                  <c:v>74</c:v>
                </c:pt>
                <c:pt idx="974">
                  <c:v>47</c:v>
                </c:pt>
                <c:pt idx="975">
                  <c:v>66</c:v>
                </c:pt>
                <c:pt idx="976">
                  <c:v>119</c:v>
                </c:pt>
                <c:pt idx="977">
                  <c:v>63</c:v>
                </c:pt>
                <c:pt idx="978">
                  <c:v>160</c:v>
                </c:pt>
                <c:pt idx="979">
                  <c:v>94</c:v>
                </c:pt>
                <c:pt idx="980">
                  <c:v>170</c:v>
                </c:pt>
                <c:pt idx="981">
                  <c:v>55</c:v>
                </c:pt>
                <c:pt idx="982">
                  <c:v>66</c:v>
                </c:pt>
                <c:pt idx="983">
                  <c:v>91</c:v>
                </c:pt>
                <c:pt idx="984">
                  <c:v>164</c:v>
                </c:pt>
                <c:pt idx="985">
                  <c:v>150</c:v>
                </c:pt>
                <c:pt idx="986">
                  <c:v>180</c:v>
                </c:pt>
                <c:pt idx="987">
                  <c:v>123</c:v>
                </c:pt>
                <c:pt idx="988">
                  <c:v>171</c:v>
                </c:pt>
                <c:pt idx="989">
                  <c:v>134</c:v>
                </c:pt>
                <c:pt idx="990">
                  <c:v>167</c:v>
                </c:pt>
                <c:pt idx="991">
                  <c:v>55</c:v>
                </c:pt>
                <c:pt idx="992">
                  <c:v>30</c:v>
                </c:pt>
                <c:pt idx="993">
                  <c:v>156</c:v>
                </c:pt>
                <c:pt idx="994">
                  <c:v>34</c:v>
                </c:pt>
                <c:pt idx="995">
                  <c:v>122</c:v>
                </c:pt>
                <c:pt idx="996">
                  <c:v>158</c:v>
                </c:pt>
                <c:pt idx="997">
                  <c:v>94</c:v>
                </c:pt>
                <c:pt idx="998">
                  <c:v>159</c:v>
                </c:pt>
                <c:pt idx="999">
                  <c:v>164</c:v>
                </c:pt>
              </c:numCache>
            </c:numRef>
          </c:xVal>
          <c:yVal>
            <c:numRef>
              <c:f>Clean_Data!$AD$2:$AD$1001</c:f>
              <c:numCache>
                <c:formatCode>General</c:formatCode>
                <c:ptCount val="1000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3</c:v>
                </c:pt>
                <c:pt idx="10">
                  <c:v>3</c:v>
                </c:pt>
                <c:pt idx="11">
                  <c:v>4</c:v>
                </c:pt>
                <c:pt idx="12">
                  <c:v>2</c:v>
                </c:pt>
                <c:pt idx="13">
                  <c:v>0</c:v>
                </c:pt>
                <c:pt idx="14">
                  <c:v>2</c:v>
                </c:pt>
                <c:pt idx="15">
                  <c:v>1</c:v>
                </c:pt>
                <c:pt idx="16">
                  <c:v>0</c:v>
                </c:pt>
                <c:pt idx="17">
                  <c:v>3</c:v>
                </c:pt>
                <c:pt idx="18">
                  <c:v>2</c:v>
                </c:pt>
                <c:pt idx="19">
                  <c:v>3</c:v>
                </c:pt>
                <c:pt idx="20">
                  <c:v>4</c:v>
                </c:pt>
                <c:pt idx="21">
                  <c:v>3</c:v>
                </c:pt>
                <c:pt idx="22">
                  <c:v>2</c:v>
                </c:pt>
                <c:pt idx="23">
                  <c:v>2</c:v>
                </c:pt>
                <c:pt idx="24">
                  <c:v>4</c:v>
                </c:pt>
                <c:pt idx="25">
                  <c:v>4</c:v>
                </c:pt>
                <c:pt idx="26">
                  <c:v>3</c:v>
                </c:pt>
                <c:pt idx="27">
                  <c:v>3</c:v>
                </c:pt>
                <c:pt idx="28">
                  <c:v>2</c:v>
                </c:pt>
                <c:pt idx="29">
                  <c:v>3</c:v>
                </c:pt>
                <c:pt idx="30">
                  <c:v>4</c:v>
                </c:pt>
                <c:pt idx="31">
                  <c:v>0</c:v>
                </c:pt>
                <c:pt idx="32">
                  <c:v>2</c:v>
                </c:pt>
                <c:pt idx="33">
                  <c:v>4</c:v>
                </c:pt>
                <c:pt idx="34">
                  <c:v>0</c:v>
                </c:pt>
                <c:pt idx="35">
                  <c:v>2</c:v>
                </c:pt>
                <c:pt idx="36">
                  <c:v>0</c:v>
                </c:pt>
                <c:pt idx="37">
                  <c:v>2</c:v>
                </c:pt>
                <c:pt idx="38">
                  <c:v>2</c:v>
                </c:pt>
                <c:pt idx="39">
                  <c:v>4</c:v>
                </c:pt>
                <c:pt idx="40">
                  <c:v>2</c:v>
                </c:pt>
                <c:pt idx="41">
                  <c:v>1</c:v>
                </c:pt>
                <c:pt idx="42">
                  <c:v>0</c:v>
                </c:pt>
                <c:pt idx="43">
                  <c:v>1</c:v>
                </c:pt>
                <c:pt idx="44">
                  <c:v>4</c:v>
                </c:pt>
                <c:pt idx="45">
                  <c:v>1</c:v>
                </c:pt>
                <c:pt idx="46">
                  <c:v>1</c:v>
                </c:pt>
                <c:pt idx="47">
                  <c:v>3</c:v>
                </c:pt>
                <c:pt idx="48">
                  <c:v>0</c:v>
                </c:pt>
                <c:pt idx="49">
                  <c:v>4</c:v>
                </c:pt>
                <c:pt idx="50">
                  <c:v>2</c:v>
                </c:pt>
                <c:pt idx="51">
                  <c:v>0</c:v>
                </c:pt>
                <c:pt idx="52">
                  <c:v>3</c:v>
                </c:pt>
                <c:pt idx="53">
                  <c:v>0</c:v>
                </c:pt>
                <c:pt idx="54">
                  <c:v>4</c:v>
                </c:pt>
                <c:pt idx="55">
                  <c:v>0</c:v>
                </c:pt>
                <c:pt idx="56">
                  <c:v>4</c:v>
                </c:pt>
                <c:pt idx="57">
                  <c:v>1</c:v>
                </c:pt>
                <c:pt idx="58">
                  <c:v>1</c:v>
                </c:pt>
                <c:pt idx="59">
                  <c:v>0</c:v>
                </c:pt>
                <c:pt idx="60">
                  <c:v>1</c:v>
                </c:pt>
                <c:pt idx="61">
                  <c:v>4</c:v>
                </c:pt>
                <c:pt idx="62">
                  <c:v>3</c:v>
                </c:pt>
                <c:pt idx="63">
                  <c:v>4</c:v>
                </c:pt>
                <c:pt idx="64">
                  <c:v>2</c:v>
                </c:pt>
                <c:pt idx="65">
                  <c:v>4</c:v>
                </c:pt>
                <c:pt idx="66">
                  <c:v>4</c:v>
                </c:pt>
                <c:pt idx="67">
                  <c:v>0</c:v>
                </c:pt>
                <c:pt idx="68">
                  <c:v>3</c:v>
                </c:pt>
                <c:pt idx="69">
                  <c:v>1</c:v>
                </c:pt>
                <c:pt idx="70">
                  <c:v>2</c:v>
                </c:pt>
                <c:pt idx="71">
                  <c:v>3</c:v>
                </c:pt>
                <c:pt idx="72">
                  <c:v>1</c:v>
                </c:pt>
                <c:pt idx="73">
                  <c:v>3</c:v>
                </c:pt>
                <c:pt idx="74">
                  <c:v>4</c:v>
                </c:pt>
                <c:pt idx="75">
                  <c:v>4</c:v>
                </c:pt>
                <c:pt idx="76">
                  <c:v>0</c:v>
                </c:pt>
                <c:pt idx="77">
                  <c:v>2</c:v>
                </c:pt>
                <c:pt idx="78">
                  <c:v>0</c:v>
                </c:pt>
                <c:pt idx="79">
                  <c:v>2</c:v>
                </c:pt>
                <c:pt idx="80">
                  <c:v>3</c:v>
                </c:pt>
                <c:pt idx="81">
                  <c:v>2</c:v>
                </c:pt>
                <c:pt idx="82">
                  <c:v>2</c:v>
                </c:pt>
                <c:pt idx="83">
                  <c:v>3</c:v>
                </c:pt>
                <c:pt idx="84">
                  <c:v>4</c:v>
                </c:pt>
                <c:pt idx="85">
                  <c:v>4</c:v>
                </c:pt>
                <c:pt idx="86">
                  <c:v>0</c:v>
                </c:pt>
                <c:pt idx="87">
                  <c:v>3</c:v>
                </c:pt>
                <c:pt idx="88">
                  <c:v>1</c:v>
                </c:pt>
                <c:pt idx="89">
                  <c:v>3</c:v>
                </c:pt>
                <c:pt idx="90">
                  <c:v>3</c:v>
                </c:pt>
                <c:pt idx="91">
                  <c:v>4</c:v>
                </c:pt>
                <c:pt idx="92">
                  <c:v>2</c:v>
                </c:pt>
                <c:pt idx="93">
                  <c:v>2</c:v>
                </c:pt>
                <c:pt idx="94">
                  <c:v>1</c:v>
                </c:pt>
                <c:pt idx="95">
                  <c:v>2</c:v>
                </c:pt>
                <c:pt idx="96">
                  <c:v>1</c:v>
                </c:pt>
                <c:pt idx="97">
                  <c:v>2</c:v>
                </c:pt>
                <c:pt idx="98">
                  <c:v>1</c:v>
                </c:pt>
                <c:pt idx="99">
                  <c:v>4</c:v>
                </c:pt>
                <c:pt idx="100">
                  <c:v>0</c:v>
                </c:pt>
                <c:pt idx="101">
                  <c:v>1</c:v>
                </c:pt>
                <c:pt idx="102">
                  <c:v>0</c:v>
                </c:pt>
                <c:pt idx="103">
                  <c:v>3</c:v>
                </c:pt>
                <c:pt idx="104">
                  <c:v>3</c:v>
                </c:pt>
                <c:pt idx="105">
                  <c:v>4</c:v>
                </c:pt>
                <c:pt idx="106">
                  <c:v>1</c:v>
                </c:pt>
                <c:pt idx="107">
                  <c:v>4</c:v>
                </c:pt>
                <c:pt idx="108">
                  <c:v>3</c:v>
                </c:pt>
                <c:pt idx="109">
                  <c:v>0</c:v>
                </c:pt>
                <c:pt idx="110">
                  <c:v>1</c:v>
                </c:pt>
                <c:pt idx="111">
                  <c:v>4</c:v>
                </c:pt>
                <c:pt idx="112">
                  <c:v>2</c:v>
                </c:pt>
                <c:pt idx="113">
                  <c:v>1</c:v>
                </c:pt>
                <c:pt idx="114">
                  <c:v>0</c:v>
                </c:pt>
                <c:pt idx="115">
                  <c:v>4</c:v>
                </c:pt>
                <c:pt idx="116">
                  <c:v>2</c:v>
                </c:pt>
                <c:pt idx="117">
                  <c:v>2</c:v>
                </c:pt>
                <c:pt idx="118">
                  <c:v>0</c:v>
                </c:pt>
                <c:pt idx="119">
                  <c:v>2</c:v>
                </c:pt>
                <c:pt idx="120">
                  <c:v>3</c:v>
                </c:pt>
                <c:pt idx="121">
                  <c:v>4</c:v>
                </c:pt>
                <c:pt idx="122">
                  <c:v>3</c:v>
                </c:pt>
                <c:pt idx="123">
                  <c:v>0</c:v>
                </c:pt>
                <c:pt idx="124">
                  <c:v>3</c:v>
                </c:pt>
                <c:pt idx="125">
                  <c:v>3</c:v>
                </c:pt>
                <c:pt idx="126">
                  <c:v>0</c:v>
                </c:pt>
                <c:pt idx="127">
                  <c:v>3</c:v>
                </c:pt>
                <c:pt idx="128">
                  <c:v>1</c:v>
                </c:pt>
                <c:pt idx="129">
                  <c:v>2</c:v>
                </c:pt>
                <c:pt idx="130">
                  <c:v>2</c:v>
                </c:pt>
                <c:pt idx="131">
                  <c:v>4</c:v>
                </c:pt>
                <c:pt idx="132">
                  <c:v>1</c:v>
                </c:pt>
                <c:pt idx="133">
                  <c:v>2</c:v>
                </c:pt>
                <c:pt idx="134">
                  <c:v>2</c:v>
                </c:pt>
                <c:pt idx="135">
                  <c:v>3</c:v>
                </c:pt>
                <c:pt idx="136">
                  <c:v>2</c:v>
                </c:pt>
                <c:pt idx="137">
                  <c:v>1</c:v>
                </c:pt>
                <c:pt idx="138">
                  <c:v>3</c:v>
                </c:pt>
                <c:pt idx="139">
                  <c:v>3</c:v>
                </c:pt>
                <c:pt idx="140">
                  <c:v>3</c:v>
                </c:pt>
                <c:pt idx="141">
                  <c:v>2</c:v>
                </c:pt>
                <c:pt idx="142">
                  <c:v>0</c:v>
                </c:pt>
                <c:pt idx="143">
                  <c:v>1</c:v>
                </c:pt>
                <c:pt idx="144">
                  <c:v>1</c:v>
                </c:pt>
                <c:pt idx="145">
                  <c:v>0</c:v>
                </c:pt>
                <c:pt idx="146">
                  <c:v>2</c:v>
                </c:pt>
                <c:pt idx="147">
                  <c:v>2</c:v>
                </c:pt>
                <c:pt idx="148">
                  <c:v>4</c:v>
                </c:pt>
                <c:pt idx="149">
                  <c:v>2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3</c:v>
                </c:pt>
                <c:pt idx="155">
                  <c:v>2</c:v>
                </c:pt>
                <c:pt idx="156">
                  <c:v>2</c:v>
                </c:pt>
                <c:pt idx="157">
                  <c:v>0</c:v>
                </c:pt>
                <c:pt idx="158">
                  <c:v>1</c:v>
                </c:pt>
                <c:pt idx="159">
                  <c:v>4</c:v>
                </c:pt>
                <c:pt idx="160">
                  <c:v>0</c:v>
                </c:pt>
                <c:pt idx="161">
                  <c:v>2</c:v>
                </c:pt>
                <c:pt idx="162">
                  <c:v>4</c:v>
                </c:pt>
                <c:pt idx="163">
                  <c:v>4</c:v>
                </c:pt>
                <c:pt idx="164">
                  <c:v>1</c:v>
                </c:pt>
                <c:pt idx="165">
                  <c:v>1</c:v>
                </c:pt>
                <c:pt idx="166">
                  <c:v>4</c:v>
                </c:pt>
                <c:pt idx="167">
                  <c:v>0</c:v>
                </c:pt>
                <c:pt idx="168">
                  <c:v>4</c:v>
                </c:pt>
                <c:pt idx="169">
                  <c:v>3</c:v>
                </c:pt>
                <c:pt idx="170">
                  <c:v>1</c:v>
                </c:pt>
                <c:pt idx="171">
                  <c:v>1</c:v>
                </c:pt>
                <c:pt idx="172">
                  <c:v>0</c:v>
                </c:pt>
                <c:pt idx="173">
                  <c:v>4</c:v>
                </c:pt>
                <c:pt idx="174">
                  <c:v>4</c:v>
                </c:pt>
                <c:pt idx="175">
                  <c:v>1</c:v>
                </c:pt>
                <c:pt idx="176">
                  <c:v>0</c:v>
                </c:pt>
                <c:pt idx="177">
                  <c:v>3</c:v>
                </c:pt>
                <c:pt idx="178">
                  <c:v>1</c:v>
                </c:pt>
                <c:pt idx="179">
                  <c:v>0</c:v>
                </c:pt>
                <c:pt idx="180">
                  <c:v>4</c:v>
                </c:pt>
                <c:pt idx="181">
                  <c:v>3</c:v>
                </c:pt>
                <c:pt idx="182">
                  <c:v>4</c:v>
                </c:pt>
                <c:pt idx="183">
                  <c:v>3</c:v>
                </c:pt>
                <c:pt idx="184">
                  <c:v>3</c:v>
                </c:pt>
                <c:pt idx="185">
                  <c:v>4</c:v>
                </c:pt>
                <c:pt idx="186">
                  <c:v>0</c:v>
                </c:pt>
                <c:pt idx="187">
                  <c:v>3</c:v>
                </c:pt>
                <c:pt idx="188">
                  <c:v>3</c:v>
                </c:pt>
                <c:pt idx="189">
                  <c:v>0</c:v>
                </c:pt>
                <c:pt idx="190">
                  <c:v>1</c:v>
                </c:pt>
                <c:pt idx="191">
                  <c:v>1</c:v>
                </c:pt>
                <c:pt idx="192">
                  <c:v>3</c:v>
                </c:pt>
                <c:pt idx="193">
                  <c:v>2</c:v>
                </c:pt>
                <c:pt idx="194">
                  <c:v>1</c:v>
                </c:pt>
                <c:pt idx="195">
                  <c:v>1</c:v>
                </c:pt>
                <c:pt idx="196">
                  <c:v>4</c:v>
                </c:pt>
                <c:pt idx="197">
                  <c:v>3</c:v>
                </c:pt>
                <c:pt idx="198">
                  <c:v>2</c:v>
                </c:pt>
                <c:pt idx="199">
                  <c:v>4</c:v>
                </c:pt>
                <c:pt idx="200">
                  <c:v>4</c:v>
                </c:pt>
                <c:pt idx="201">
                  <c:v>3</c:v>
                </c:pt>
                <c:pt idx="202">
                  <c:v>0</c:v>
                </c:pt>
                <c:pt idx="203">
                  <c:v>2</c:v>
                </c:pt>
                <c:pt idx="204">
                  <c:v>3</c:v>
                </c:pt>
                <c:pt idx="205">
                  <c:v>1</c:v>
                </c:pt>
                <c:pt idx="206">
                  <c:v>1</c:v>
                </c:pt>
                <c:pt idx="207">
                  <c:v>2</c:v>
                </c:pt>
                <c:pt idx="208">
                  <c:v>1</c:v>
                </c:pt>
                <c:pt idx="209">
                  <c:v>2</c:v>
                </c:pt>
                <c:pt idx="210">
                  <c:v>2</c:v>
                </c:pt>
                <c:pt idx="211">
                  <c:v>3</c:v>
                </c:pt>
                <c:pt idx="212">
                  <c:v>1</c:v>
                </c:pt>
                <c:pt idx="213">
                  <c:v>2</c:v>
                </c:pt>
                <c:pt idx="214">
                  <c:v>1</c:v>
                </c:pt>
                <c:pt idx="215">
                  <c:v>4</c:v>
                </c:pt>
                <c:pt idx="216">
                  <c:v>3</c:v>
                </c:pt>
                <c:pt idx="217">
                  <c:v>2</c:v>
                </c:pt>
                <c:pt idx="218">
                  <c:v>4</c:v>
                </c:pt>
                <c:pt idx="219">
                  <c:v>0</c:v>
                </c:pt>
                <c:pt idx="220">
                  <c:v>0</c:v>
                </c:pt>
                <c:pt idx="221">
                  <c:v>2</c:v>
                </c:pt>
                <c:pt idx="222">
                  <c:v>4</c:v>
                </c:pt>
                <c:pt idx="223">
                  <c:v>1</c:v>
                </c:pt>
                <c:pt idx="224">
                  <c:v>3</c:v>
                </c:pt>
                <c:pt idx="225">
                  <c:v>3</c:v>
                </c:pt>
                <c:pt idx="226">
                  <c:v>0</c:v>
                </c:pt>
                <c:pt idx="227">
                  <c:v>1</c:v>
                </c:pt>
                <c:pt idx="228">
                  <c:v>4</c:v>
                </c:pt>
                <c:pt idx="229">
                  <c:v>0</c:v>
                </c:pt>
                <c:pt idx="230">
                  <c:v>2</c:v>
                </c:pt>
                <c:pt idx="231">
                  <c:v>4</c:v>
                </c:pt>
                <c:pt idx="232">
                  <c:v>1</c:v>
                </c:pt>
                <c:pt idx="233">
                  <c:v>1</c:v>
                </c:pt>
                <c:pt idx="234">
                  <c:v>2</c:v>
                </c:pt>
                <c:pt idx="235">
                  <c:v>1</c:v>
                </c:pt>
                <c:pt idx="236">
                  <c:v>3</c:v>
                </c:pt>
                <c:pt idx="237">
                  <c:v>3</c:v>
                </c:pt>
                <c:pt idx="238">
                  <c:v>0</c:v>
                </c:pt>
                <c:pt idx="239">
                  <c:v>3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2</c:v>
                </c:pt>
                <c:pt idx="247">
                  <c:v>4</c:v>
                </c:pt>
                <c:pt idx="248">
                  <c:v>3</c:v>
                </c:pt>
                <c:pt idx="249">
                  <c:v>4</c:v>
                </c:pt>
                <c:pt idx="250">
                  <c:v>0</c:v>
                </c:pt>
                <c:pt idx="251">
                  <c:v>4</c:v>
                </c:pt>
                <c:pt idx="252">
                  <c:v>3</c:v>
                </c:pt>
                <c:pt idx="253">
                  <c:v>4</c:v>
                </c:pt>
                <c:pt idx="254">
                  <c:v>2</c:v>
                </c:pt>
                <c:pt idx="255">
                  <c:v>2</c:v>
                </c:pt>
                <c:pt idx="256">
                  <c:v>3</c:v>
                </c:pt>
                <c:pt idx="257">
                  <c:v>0</c:v>
                </c:pt>
                <c:pt idx="258">
                  <c:v>0</c:v>
                </c:pt>
                <c:pt idx="259">
                  <c:v>2</c:v>
                </c:pt>
                <c:pt idx="260">
                  <c:v>3</c:v>
                </c:pt>
                <c:pt idx="261">
                  <c:v>4</c:v>
                </c:pt>
                <c:pt idx="262">
                  <c:v>4</c:v>
                </c:pt>
                <c:pt idx="263">
                  <c:v>1</c:v>
                </c:pt>
                <c:pt idx="264">
                  <c:v>3</c:v>
                </c:pt>
                <c:pt idx="265">
                  <c:v>1</c:v>
                </c:pt>
                <c:pt idx="266">
                  <c:v>3</c:v>
                </c:pt>
                <c:pt idx="267">
                  <c:v>1</c:v>
                </c:pt>
                <c:pt idx="268">
                  <c:v>3</c:v>
                </c:pt>
                <c:pt idx="269">
                  <c:v>1</c:v>
                </c:pt>
                <c:pt idx="270">
                  <c:v>3</c:v>
                </c:pt>
                <c:pt idx="271">
                  <c:v>4</c:v>
                </c:pt>
                <c:pt idx="272">
                  <c:v>3</c:v>
                </c:pt>
                <c:pt idx="273">
                  <c:v>2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4</c:v>
                </c:pt>
                <c:pt idx="278">
                  <c:v>2</c:v>
                </c:pt>
                <c:pt idx="279">
                  <c:v>2</c:v>
                </c:pt>
                <c:pt idx="280">
                  <c:v>3</c:v>
                </c:pt>
                <c:pt idx="281">
                  <c:v>0</c:v>
                </c:pt>
                <c:pt idx="282">
                  <c:v>1</c:v>
                </c:pt>
                <c:pt idx="283">
                  <c:v>3</c:v>
                </c:pt>
                <c:pt idx="284">
                  <c:v>1</c:v>
                </c:pt>
                <c:pt idx="285">
                  <c:v>0</c:v>
                </c:pt>
                <c:pt idx="286">
                  <c:v>4</c:v>
                </c:pt>
                <c:pt idx="287">
                  <c:v>3</c:v>
                </c:pt>
                <c:pt idx="288">
                  <c:v>2</c:v>
                </c:pt>
                <c:pt idx="289">
                  <c:v>3</c:v>
                </c:pt>
                <c:pt idx="290">
                  <c:v>2</c:v>
                </c:pt>
                <c:pt idx="291">
                  <c:v>1</c:v>
                </c:pt>
                <c:pt idx="292">
                  <c:v>4</c:v>
                </c:pt>
                <c:pt idx="293">
                  <c:v>0</c:v>
                </c:pt>
                <c:pt idx="294">
                  <c:v>4</c:v>
                </c:pt>
                <c:pt idx="295">
                  <c:v>4</c:v>
                </c:pt>
                <c:pt idx="296">
                  <c:v>3</c:v>
                </c:pt>
                <c:pt idx="297">
                  <c:v>0</c:v>
                </c:pt>
                <c:pt idx="298">
                  <c:v>4</c:v>
                </c:pt>
                <c:pt idx="299">
                  <c:v>1</c:v>
                </c:pt>
                <c:pt idx="300">
                  <c:v>2</c:v>
                </c:pt>
                <c:pt idx="301">
                  <c:v>4</c:v>
                </c:pt>
                <c:pt idx="302">
                  <c:v>1</c:v>
                </c:pt>
                <c:pt idx="303">
                  <c:v>1</c:v>
                </c:pt>
                <c:pt idx="304">
                  <c:v>4</c:v>
                </c:pt>
                <c:pt idx="305">
                  <c:v>1</c:v>
                </c:pt>
                <c:pt idx="306">
                  <c:v>3</c:v>
                </c:pt>
                <c:pt idx="307">
                  <c:v>1</c:v>
                </c:pt>
                <c:pt idx="308">
                  <c:v>4</c:v>
                </c:pt>
                <c:pt idx="309">
                  <c:v>2</c:v>
                </c:pt>
                <c:pt idx="310">
                  <c:v>2</c:v>
                </c:pt>
                <c:pt idx="311">
                  <c:v>0</c:v>
                </c:pt>
                <c:pt idx="312">
                  <c:v>1</c:v>
                </c:pt>
                <c:pt idx="313">
                  <c:v>0</c:v>
                </c:pt>
                <c:pt idx="314">
                  <c:v>0</c:v>
                </c:pt>
                <c:pt idx="315">
                  <c:v>1</c:v>
                </c:pt>
                <c:pt idx="316">
                  <c:v>4</c:v>
                </c:pt>
                <c:pt idx="317">
                  <c:v>1</c:v>
                </c:pt>
                <c:pt idx="318">
                  <c:v>0</c:v>
                </c:pt>
                <c:pt idx="319">
                  <c:v>2</c:v>
                </c:pt>
                <c:pt idx="320">
                  <c:v>1</c:v>
                </c:pt>
                <c:pt idx="321">
                  <c:v>0</c:v>
                </c:pt>
                <c:pt idx="322">
                  <c:v>1</c:v>
                </c:pt>
                <c:pt idx="323">
                  <c:v>3</c:v>
                </c:pt>
                <c:pt idx="324">
                  <c:v>2</c:v>
                </c:pt>
                <c:pt idx="325">
                  <c:v>2</c:v>
                </c:pt>
                <c:pt idx="326">
                  <c:v>0</c:v>
                </c:pt>
                <c:pt idx="327">
                  <c:v>4</c:v>
                </c:pt>
                <c:pt idx="328">
                  <c:v>1</c:v>
                </c:pt>
                <c:pt idx="329">
                  <c:v>3</c:v>
                </c:pt>
                <c:pt idx="330">
                  <c:v>4</c:v>
                </c:pt>
                <c:pt idx="331">
                  <c:v>2</c:v>
                </c:pt>
                <c:pt idx="332">
                  <c:v>1</c:v>
                </c:pt>
                <c:pt idx="333">
                  <c:v>3</c:v>
                </c:pt>
                <c:pt idx="334">
                  <c:v>0</c:v>
                </c:pt>
                <c:pt idx="335">
                  <c:v>0</c:v>
                </c:pt>
                <c:pt idx="336">
                  <c:v>3</c:v>
                </c:pt>
                <c:pt idx="337">
                  <c:v>2</c:v>
                </c:pt>
                <c:pt idx="338">
                  <c:v>1</c:v>
                </c:pt>
                <c:pt idx="339">
                  <c:v>2</c:v>
                </c:pt>
                <c:pt idx="340">
                  <c:v>4</c:v>
                </c:pt>
                <c:pt idx="341">
                  <c:v>1</c:v>
                </c:pt>
                <c:pt idx="342">
                  <c:v>3</c:v>
                </c:pt>
                <c:pt idx="343">
                  <c:v>2</c:v>
                </c:pt>
                <c:pt idx="344">
                  <c:v>2</c:v>
                </c:pt>
                <c:pt idx="345">
                  <c:v>4</c:v>
                </c:pt>
                <c:pt idx="346">
                  <c:v>4</c:v>
                </c:pt>
                <c:pt idx="347">
                  <c:v>4</c:v>
                </c:pt>
                <c:pt idx="348">
                  <c:v>3</c:v>
                </c:pt>
                <c:pt idx="349">
                  <c:v>2</c:v>
                </c:pt>
                <c:pt idx="350">
                  <c:v>0</c:v>
                </c:pt>
                <c:pt idx="351">
                  <c:v>2</c:v>
                </c:pt>
                <c:pt idx="352">
                  <c:v>2</c:v>
                </c:pt>
                <c:pt idx="353">
                  <c:v>4</c:v>
                </c:pt>
                <c:pt idx="354">
                  <c:v>1</c:v>
                </c:pt>
                <c:pt idx="355">
                  <c:v>4</c:v>
                </c:pt>
                <c:pt idx="356">
                  <c:v>1</c:v>
                </c:pt>
                <c:pt idx="357">
                  <c:v>2</c:v>
                </c:pt>
                <c:pt idx="358">
                  <c:v>2</c:v>
                </c:pt>
                <c:pt idx="359">
                  <c:v>0</c:v>
                </c:pt>
                <c:pt idx="360">
                  <c:v>1</c:v>
                </c:pt>
                <c:pt idx="361">
                  <c:v>2</c:v>
                </c:pt>
                <c:pt idx="362">
                  <c:v>4</c:v>
                </c:pt>
                <c:pt idx="363">
                  <c:v>2</c:v>
                </c:pt>
                <c:pt idx="364">
                  <c:v>2</c:v>
                </c:pt>
                <c:pt idx="365">
                  <c:v>2</c:v>
                </c:pt>
                <c:pt idx="366">
                  <c:v>2</c:v>
                </c:pt>
                <c:pt idx="367">
                  <c:v>0</c:v>
                </c:pt>
                <c:pt idx="368">
                  <c:v>0</c:v>
                </c:pt>
                <c:pt idx="369">
                  <c:v>2</c:v>
                </c:pt>
                <c:pt idx="370">
                  <c:v>1</c:v>
                </c:pt>
                <c:pt idx="371">
                  <c:v>0</c:v>
                </c:pt>
                <c:pt idx="372">
                  <c:v>4</c:v>
                </c:pt>
                <c:pt idx="373">
                  <c:v>3</c:v>
                </c:pt>
                <c:pt idx="374">
                  <c:v>3</c:v>
                </c:pt>
                <c:pt idx="375">
                  <c:v>1</c:v>
                </c:pt>
                <c:pt idx="376">
                  <c:v>2</c:v>
                </c:pt>
                <c:pt idx="377">
                  <c:v>1</c:v>
                </c:pt>
                <c:pt idx="378">
                  <c:v>4</c:v>
                </c:pt>
                <c:pt idx="379">
                  <c:v>4</c:v>
                </c:pt>
                <c:pt idx="380">
                  <c:v>3</c:v>
                </c:pt>
                <c:pt idx="381">
                  <c:v>4</c:v>
                </c:pt>
                <c:pt idx="382">
                  <c:v>0</c:v>
                </c:pt>
                <c:pt idx="383">
                  <c:v>1</c:v>
                </c:pt>
                <c:pt idx="384">
                  <c:v>2</c:v>
                </c:pt>
                <c:pt idx="385">
                  <c:v>3</c:v>
                </c:pt>
                <c:pt idx="386">
                  <c:v>2</c:v>
                </c:pt>
                <c:pt idx="387">
                  <c:v>3</c:v>
                </c:pt>
                <c:pt idx="388">
                  <c:v>4</c:v>
                </c:pt>
                <c:pt idx="389">
                  <c:v>2</c:v>
                </c:pt>
                <c:pt idx="390">
                  <c:v>2</c:v>
                </c:pt>
                <c:pt idx="391">
                  <c:v>3</c:v>
                </c:pt>
                <c:pt idx="392">
                  <c:v>3</c:v>
                </c:pt>
                <c:pt idx="393">
                  <c:v>2</c:v>
                </c:pt>
                <c:pt idx="394">
                  <c:v>3</c:v>
                </c:pt>
                <c:pt idx="395">
                  <c:v>1</c:v>
                </c:pt>
                <c:pt idx="396">
                  <c:v>1</c:v>
                </c:pt>
                <c:pt idx="397">
                  <c:v>0</c:v>
                </c:pt>
                <c:pt idx="398">
                  <c:v>3</c:v>
                </c:pt>
                <c:pt idx="399">
                  <c:v>3</c:v>
                </c:pt>
                <c:pt idx="400">
                  <c:v>0</c:v>
                </c:pt>
                <c:pt idx="401">
                  <c:v>2</c:v>
                </c:pt>
                <c:pt idx="402">
                  <c:v>0</c:v>
                </c:pt>
                <c:pt idx="403">
                  <c:v>0</c:v>
                </c:pt>
                <c:pt idx="404">
                  <c:v>3</c:v>
                </c:pt>
                <c:pt idx="405">
                  <c:v>0</c:v>
                </c:pt>
                <c:pt idx="406">
                  <c:v>4</c:v>
                </c:pt>
                <c:pt idx="407">
                  <c:v>0</c:v>
                </c:pt>
                <c:pt idx="408">
                  <c:v>1</c:v>
                </c:pt>
                <c:pt idx="409">
                  <c:v>2</c:v>
                </c:pt>
                <c:pt idx="410">
                  <c:v>3</c:v>
                </c:pt>
                <c:pt idx="411">
                  <c:v>4</c:v>
                </c:pt>
                <c:pt idx="412">
                  <c:v>0</c:v>
                </c:pt>
                <c:pt idx="413">
                  <c:v>4</c:v>
                </c:pt>
                <c:pt idx="414">
                  <c:v>0</c:v>
                </c:pt>
                <c:pt idx="415">
                  <c:v>3</c:v>
                </c:pt>
                <c:pt idx="416">
                  <c:v>0</c:v>
                </c:pt>
                <c:pt idx="417">
                  <c:v>0</c:v>
                </c:pt>
                <c:pt idx="418">
                  <c:v>3</c:v>
                </c:pt>
                <c:pt idx="419">
                  <c:v>1</c:v>
                </c:pt>
                <c:pt idx="420">
                  <c:v>3</c:v>
                </c:pt>
                <c:pt idx="421">
                  <c:v>4</c:v>
                </c:pt>
                <c:pt idx="422">
                  <c:v>4</c:v>
                </c:pt>
                <c:pt idx="423">
                  <c:v>2</c:v>
                </c:pt>
                <c:pt idx="424">
                  <c:v>3</c:v>
                </c:pt>
                <c:pt idx="425">
                  <c:v>4</c:v>
                </c:pt>
                <c:pt idx="426">
                  <c:v>3</c:v>
                </c:pt>
                <c:pt idx="427">
                  <c:v>0</c:v>
                </c:pt>
                <c:pt idx="428">
                  <c:v>2</c:v>
                </c:pt>
                <c:pt idx="429">
                  <c:v>4</c:v>
                </c:pt>
                <c:pt idx="430">
                  <c:v>4</c:v>
                </c:pt>
                <c:pt idx="431">
                  <c:v>1</c:v>
                </c:pt>
                <c:pt idx="432">
                  <c:v>3</c:v>
                </c:pt>
                <c:pt idx="433">
                  <c:v>4</c:v>
                </c:pt>
                <c:pt idx="434">
                  <c:v>4</c:v>
                </c:pt>
                <c:pt idx="435">
                  <c:v>4</c:v>
                </c:pt>
                <c:pt idx="436">
                  <c:v>2</c:v>
                </c:pt>
                <c:pt idx="437">
                  <c:v>3</c:v>
                </c:pt>
                <c:pt idx="438">
                  <c:v>3</c:v>
                </c:pt>
                <c:pt idx="439">
                  <c:v>2</c:v>
                </c:pt>
                <c:pt idx="440">
                  <c:v>4</c:v>
                </c:pt>
                <c:pt idx="441">
                  <c:v>2</c:v>
                </c:pt>
                <c:pt idx="442">
                  <c:v>0</c:v>
                </c:pt>
                <c:pt idx="443">
                  <c:v>1</c:v>
                </c:pt>
                <c:pt idx="444">
                  <c:v>2</c:v>
                </c:pt>
                <c:pt idx="445">
                  <c:v>3</c:v>
                </c:pt>
                <c:pt idx="446">
                  <c:v>4</c:v>
                </c:pt>
                <c:pt idx="447">
                  <c:v>4</c:v>
                </c:pt>
                <c:pt idx="448">
                  <c:v>4</c:v>
                </c:pt>
                <c:pt idx="449">
                  <c:v>3</c:v>
                </c:pt>
                <c:pt idx="450">
                  <c:v>0</c:v>
                </c:pt>
                <c:pt idx="451">
                  <c:v>1</c:v>
                </c:pt>
                <c:pt idx="452">
                  <c:v>1</c:v>
                </c:pt>
                <c:pt idx="453">
                  <c:v>2</c:v>
                </c:pt>
                <c:pt idx="454">
                  <c:v>2</c:v>
                </c:pt>
                <c:pt idx="455">
                  <c:v>1</c:v>
                </c:pt>
                <c:pt idx="456">
                  <c:v>3</c:v>
                </c:pt>
                <c:pt idx="457">
                  <c:v>2</c:v>
                </c:pt>
                <c:pt idx="458">
                  <c:v>4</c:v>
                </c:pt>
                <c:pt idx="459">
                  <c:v>4</c:v>
                </c:pt>
                <c:pt idx="460">
                  <c:v>3</c:v>
                </c:pt>
                <c:pt idx="461">
                  <c:v>2</c:v>
                </c:pt>
                <c:pt idx="462">
                  <c:v>4</c:v>
                </c:pt>
                <c:pt idx="463">
                  <c:v>4</c:v>
                </c:pt>
                <c:pt idx="464">
                  <c:v>1</c:v>
                </c:pt>
                <c:pt idx="465">
                  <c:v>1</c:v>
                </c:pt>
                <c:pt idx="466">
                  <c:v>4</c:v>
                </c:pt>
                <c:pt idx="467">
                  <c:v>4</c:v>
                </c:pt>
                <c:pt idx="468">
                  <c:v>2</c:v>
                </c:pt>
                <c:pt idx="469">
                  <c:v>3</c:v>
                </c:pt>
                <c:pt idx="470">
                  <c:v>1</c:v>
                </c:pt>
                <c:pt idx="471">
                  <c:v>2</c:v>
                </c:pt>
                <c:pt idx="472">
                  <c:v>2</c:v>
                </c:pt>
                <c:pt idx="473">
                  <c:v>4</c:v>
                </c:pt>
                <c:pt idx="474">
                  <c:v>1</c:v>
                </c:pt>
                <c:pt idx="475">
                  <c:v>3</c:v>
                </c:pt>
                <c:pt idx="476">
                  <c:v>1</c:v>
                </c:pt>
                <c:pt idx="477">
                  <c:v>3</c:v>
                </c:pt>
                <c:pt idx="478">
                  <c:v>1</c:v>
                </c:pt>
                <c:pt idx="479">
                  <c:v>1</c:v>
                </c:pt>
                <c:pt idx="480">
                  <c:v>2</c:v>
                </c:pt>
                <c:pt idx="481">
                  <c:v>4</c:v>
                </c:pt>
                <c:pt idx="482">
                  <c:v>1</c:v>
                </c:pt>
                <c:pt idx="483">
                  <c:v>3</c:v>
                </c:pt>
                <c:pt idx="484">
                  <c:v>3</c:v>
                </c:pt>
                <c:pt idx="485">
                  <c:v>0</c:v>
                </c:pt>
                <c:pt idx="486">
                  <c:v>1</c:v>
                </c:pt>
                <c:pt idx="487">
                  <c:v>3</c:v>
                </c:pt>
                <c:pt idx="488">
                  <c:v>3</c:v>
                </c:pt>
                <c:pt idx="489">
                  <c:v>0</c:v>
                </c:pt>
                <c:pt idx="490">
                  <c:v>1</c:v>
                </c:pt>
                <c:pt idx="491">
                  <c:v>2</c:v>
                </c:pt>
                <c:pt idx="492">
                  <c:v>3</c:v>
                </c:pt>
                <c:pt idx="493">
                  <c:v>0</c:v>
                </c:pt>
                <c:pt idx="494">
                  <c:v>0</c:v>
                </c:pt>
                <c:pt idx="495">
                  <c:v>1</c:v>
                </c:pt>
                <c:pt idx="496">
                  <c:v>1</c:v>
                </c:pt>
                <c:pt idx="497">
                  <c:v>0</c:v>
                </c:pt>
                <c:pt idx="498">
                  <c:v>4</c:v>
                </c:pt>
                <c:pt idx="499">
                  <c:v>0</c:v>
                </c:pt>
                <c:pt idx="500">
                  <c:v>1</c:v>
                </c:pt>
                <c:pt idx="501">
                  <c:v>2</c:v>
                </c:pt>
                <c:pt idx="502">
                  <c:v>0</c:v>
                </c:pt>
                <c:pt idx="503">
                  <c:v>1</c:v>
                </c:pt>
                <c:pt idx="504">
                  <c:v>0</c:v>
                </c:pt>
                <c:pt idx="505">
                  <c:v>1</c:v>
                </c:pt>
                <c:pt idx="506">
                  <c:v>3</c:v>
                </c:pt>
                <c:pt idx="507">
                  <c:v>2</c:v>
                </c:pt>
                <c:pt idx="508">
                  <c:v>1</c:v>
                </c:pt>
                <c:pt idx="509">
                  <c:v>3</c:v>
                </c:pt>
                <c:pt idx="510">
                  <c:v>2</c:v>
                </c:pt>
                <c:pt idx="511">
                  <c:v>4</c:v>
                </c:pt>
                <c:pt idx="512">
                  <c:v>2</c:v>
                </c:pt>
                <c:pt idx="513">
                  <c:v>0</c:v>
                </c:pt>
                <c:pt idx="514">
                  <c:v>3</c:v>
                </c:pt>
                <c:pt idx="515">
                  <c:v>0</c:v>
                </c:pt>
                <c:pt idx="516">
                  <c:v>3</c:v>
                </c:pt>
                <c:pt idx="517">
                  <c:v>3</c:v>
                </c:pt>
                <c:pt idx="518">
                  <c:v>4</c:v>
                </c:pt>
                <c:pt idx="519">
                  <c:v>3</c:v>
                </c:pt>
                <c:pt idx="520">
                  <c:v>1</c:v>
                </c:pt>
                <c:pt idx="521">
                  <c:v>2</c:v>
                </c:pt>
                <c:pt idx="522">
                  <c:v>4</c:v>
                </c:pt>
                <c:pt idx="523">
                  <c:v>4</c:v>
                </c:pt>
                <c:pt idx="524">
                  <c:v>2</c:v>
                </c:pt>
                <c:pt idx="525">
                  <c:v>4</c:v>
                </c:pt>
                <c:pt idx="526">
                  <c:v>0</c:v>
                </c:pt>
                <c:pt idx="527">
                  <c:v>3</c:v>
                </c:pt>
                <c:pt idx="528">
                  <c:v>1</c:v>
                </c:pt>
                <c:pt idx="529">
                  <c:v>2</c:v>
                </c:pt>
                <c:pt idx="530">
                  <c:v>1</c:v>
                </c:pt>
                <c:pt idx="531">
                  <c:v>1</c:v>
                </c:pt>
                <c:pt idx="532">
                  <c:v>0</c:v>
                </c:pt>
                <c:pt idx="533">
                  <c:v>0</c:v>
                </c:pt>
                <c:pt idx="534">
                  <c:v>2</c:v>
                </c:pt>
                <c:pt idx="535">
                  <c:v>3</c:v>
                </c:pt>
                <c:pt idx="536">
                  <c:v>3</c:v>
                </c:pt>
                <c:pt idx="537">
                  <c:v>3</c:v>
                </c:pt>
                <c:pt idx="538">
                  <c:v>1</c:v>
                </c:pt>
                <c:pt idx="539">
                  <c:v>3</c:v>
                </c:pt>
                <c:pt idx="540">
                  <c:v>0</c:v>
                </c:pt>
                <c:pt idx="541">
                  <c:v>2</c:v>
                </c:pt>
                <c:pt idx="542">
                  <c:v>3</c:v>
                </c:pt>
                <c:pt idx="543">
                  <c:v>4</c:v>
                </c:pt>
                <c:pt idx="544">
                  <c:v>3</c:v>
                </c:pt>
                <c:pt idx="545">
                  <c:v>1</c:v>
                </c:pt>
                <c:pt idx="546">
                  <c:v>4</c:v>
                </c:pt>
                <c:pt idx="547">
                  <c:v>4</c:v>
                </c:pt>
                <c:pt idx="548">
                  <c:v>0</c:v>
                </c:pt>
                <c:pt idx="549">
                  <c:v>3</c:v>
                </c:pt>
                <c:pt idx="550">
                  <c:v>1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2</c:v>
                </c:pt>
                <c:pt idx="555">
                  <c:v>1</c:v>
                </c:pt>
                <c:pt idx="556">
                  <c:v>0</c:v>
                </c:pt>
                <c:pt idx="557">
                  <c:v>3</c:v>
                </c:pt>
                <c:pt idx="558">
                  <c:v>1</c:v>
                </c:pt>
                <c:pt idx="559">
                  <c:v>1</c:v>
                </c:pt>
                <c:pt idx="560">
                  <c:v>3</c:v>
                </c:pt>
                <c:pt idx="561">
                  <c:v>1</c:v>
                </c:pt>
                <c:pt idx="562">
                  <c:v>3</c:v>
                </c:pt>
                <c:pt idx="563">
                  <c:v>0</c:v>
                </c:pt>
                <c:pt idx="564">
                  <c:v>3</c:v>
                </c:pt>
                <c:pt idx="565">
                  <c:v>4</c:v>
                </c:pt>
                <c:pt idx="566">
                  <c:v>4</c:v>
                </c:pt>
                <c:pt idx="567">
                  <c:v>1</c:v>
                </c:pt>
                <c:pt idx="568">
                  <c:v>4</c:v>
                </c:pt>
                <c:pt idx="569">
                  <c:v>3</c:v>
                </c:pt>
                <c:pt idx="570">
                  <c:v>3</c:v>
                </c:pt>
                <c:pt idx="571">
                  <c:v>1</c:v>
                </c:pt>
                <c:pt idx="572">
                  <c:v>3</c:v>
                </c:pt>
                <c:pt idx="573">
                  <c:v>4</c:v>
                </c:pt>
                <c:pt idx="574">
                  <c:v>1</c:v>
                </c:pt>
                <c:pt idx="575">
                  <c:v>4</c:v>
                </c:pt>
                <c:pt idx="576">
                  <c:v>1</c:v>
                </c:pt>
                <c:pt idx="577">
                  <c:v>1</c:v>
                </c:pt>
                <c:pt idx="578">
                  <c:v>1</c:v>
                </c:pt>
                <c:pt idx="579">
                  <c:v>0</c:v>
                </c:pt>
                <c:pt idx="580">
                  <c:v>2</c:v>
                </c:pt>
                <c:pt idx="581">
                  <c:v>2</c:v>
                </c:pt>
                <c:pt idx="582">
                  <c:v>3</c:v>
                </c:pt>
                <c:pt idx="583">
                  <c:v>0</c:v>
                </c:pt>
                <c:pt idx="584">
                  <c:v>4</c:v>
                </c:pt>
                <c:pt idx="585">
                  <c:v>2</c:v>
                </c:pt>
                <c:pt idx="586">
                  <c:v>4</c:v>
                </c:pt>
                <c:pt idx="587">
                  <c:v>4</c:v>
                </c:pt>
                <c:pt idx="588">
                  <c:v>2</c:v>
                </c:pt>
                <c:pt idx="589">
                  <c:v>3</c:v>
                </c:pt>
                <c:pt idx="590">
                  <c:v>0</c:v>
                </c:pt>
                <c:pt idx="591">
                  <c:v>2</c:v>
                </c:pt>
                <c:pt idx="592">
                  <c:v>4</c:v>
                </c:pt>
                <c:pt idx="593">
                  <c:v>2</c:v>
                </c:pt>
                <c:pt idx="594">
                  <c:v>2</c:v>
                </c:pt>
                <c:pt idx="595">
                  <c:v>2</c:v>
                </c:pt>
                <c:pt idx="596">
                  <c:v>3</c:v>
                </c:pt>
                <c:pt idx="597">
                  <c:v>1</c:v>
                </c:pt>
                <c:pt idx="598">
                  <c:v>1</c:v>
                </c:pt>
                <c:pt idx="599">
                  <c:v>4</c:v>
                </c:pt>
                <c:pt idx="600">
                  <c:v>4</c:v>
                </c:pt>
                <c:pt idx="601">
                  <c:v>1</c:v>
                </c:pt>
                <c:pt idx="602">
                  <c:v>0</c:v>
                </c:pt>
                <c:pt idx="603">
                  <c:v>4</c:v>
                </c:pt>
                <c:pt idx="604">
                  <c:v>0</c:v>
                </c:pt>
                <c:pt idx="605">
                  <c:v>2</c:v>
                </c:pt>
                <c:pt idx="606">
                  <c:v>2</c:v>
                </c:pt>
                <c:pt idx="607">
                  <c:v>1</c:v>
                </c:pt>
                <c:pt idx="608">
                  <c:v>2</c:v>
                </c:pt>
                <c:pt idx="609">
                  <c:v>2</c:v>
                </c:pt>
                <c:pt idx="610">
                  <c:v>0</c:v>
                </c:pt>
                <c:pt idx="611">
                  <c:v>2</c:v>
                </c:pt>
                <c:pt idx="612">
                  <c:v>3</c:v>
                </c:pt>
                <c:pt idx="613">
                  <c:v>3</c:v>
                </c:pt>
                <c:pt idx="614">
                  <c:v>2</c:v>
                </c:pt>
                <c:pt idx="615">
                  <c:v>3</c:v>
                </c:pt>
                <c:pt idx="616">
                  <c:v>4</c:v>
                </c:pt>
                <c:pt idx="617">
                  <c:v>2</c:v>
                </c:pt>
                <c:pt idx="618">
                  <c:v>2</c:v>
                </c:pt>
                <c:pt idx="619">
                  <c:v>3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3</c:v>
                </c:pt>
                <c:pt idx="624">
                  <c:v>0</c:v>
                </c:pt>
                <c:pt idx="625">
                  <c:v>0</c:v>
                </c:pt>
                <c:pt idx="626">
                  <c:v>1</c:v>
                </c:pt>
                <c:pt idx="627">
                  <c:v>4</c:v>
                </c:pt>
                <c:pt idx="628">
                  <c:v>3</c:v>
                </c:pt>
                <c:pt idx="629">
                  <c:v>4</c:v>
                </c:pt>
                <c:pt idx="630">
                  <c:v>3</c:v>
                </c:pt>
                <c:pt idx="631">
                  <c:v>4</c:v>
                </c:pt>
                <c:pt idx="632">
                  <c:v>3</c:v>
                </c:pt>
                <c:pt idx="633">
                  <c:v>4</c:v>
                </c:pt>
                <c:pt idx="634">
                  <c:v>4</c:v>
                </c:pt>
                <c:pt idx="635">
                  <c:v>3</c:v>
                </c:pt>
                <c:pt idx="636">
                  <c:v>4</c:v>
                </c:pt>
                <c:pt idx="637">
                  <c:v>2</c:v>
                </c:pt>
                <c:pt idx="638">
                  <c:v>2</c:v>
                </c:pt>
                <c:pt idx="639">
                  <c:v>3</c:v>
                </c:pt>
                <c:pt idx="640">
                  <c:v>3</c:v>
                </c:pt>
                <c:pt idx="641">
                  <c:v>1</c:v>
                </c:pt>
                <c:pt idx="642">
                  <c:v>0</c:v>
                </c:pt>
                <c:pt idx="643">
                  <c:v>2</c:v>
                </c:pt>
                <c:pt idx="644">
                  <c:v>0</c:v>
                </c:pt>
                <c:pt idx="645">
                  <c:v>4</c:v>
                </c:pt>
                <c:pt idx="646">
                  <c:v>4</c:v>
                </c:pt>
                <c:pt idx="647">
                  <c:v>1</c:v>
                </c:pt>
                <c:pt idx="648">
                  <c:v>0</c:v>
                </c:pt>
                <c:pt idx="649">
                  <c:v>2</c:v>
                </c:pt>
                <c:pt idx="650">
                  <c:v>0</c:v>
                </c:pt>
                <c:pt idx="651">
                  <c:v>3</c:v>
                </c:pt>
                <c:pt idx="652">
                  <c:v>2</c:v>
                </c:pt>
                <c:pt idx="653">
                  <c:v>2</c:v>
                </c:pt>
                <c:pt idx="654">
                  <c:v>4</c:v>
                </c:pt>
                <c:pt idx="655">
                  <c:v>2</c:v>
                </c:pt>
                <c:pt idx="656">
                  <c:v>1</c:v>
                </c:pt>
                <c:pt idx="657">
                  <c:v>0</c:v>
                </c:pt>
                <c:pt idx="658">
                  <c:v>4</c:v>
                </c:pt>
                <c:pt idx="659">
                  <c:v>3</c:v>
                </c:pt>
                <c:pt idx="660">
                  <c:v>1</c:v>
                </c:pt>
                <c:pt idx="661">
                  <c:v>3</c:v>
                </c:pt>
                <c:pt idx="662">
                  <c:v>4</c:v>
                </c:pt>
                <c:pt idx="663">
                  <c:v>3</c:v>
                </c:pt>
                <c:pt idx="664">
                  <c:v>0</c:v>
                </c:pt>
                <c:pt idx="665">
                  <c:v>1</c:v>
                </c:pt>
                <c:pt idx="666">
                  <c:v>0</c:v>
                </c:pt>
                <c:pt idx="667">
                  <c:v>4</c:v>
                </c:pt>
                <c:pt idx="668">
                  <c:v>0</c:v>
                </c:pt>
                <c:pt idx="669">
                  <c:v>4</c:v>
                </c:pt>
                <c:pt idx="670">
                  <c:v>3</c:v>
                </c:pt>
                <c:pt idx="671">
                  <c:v>0</c:v>
                </c:pt>
                <c:pt idx="672">
                  <c:v>4</c:v>
                </c:pt>
                <c:pt idx="673">
                  <c:v>2</c:v>
                </c:pt>
                <c:pt idx="674">
                  <c:v>1</c:v>
                </c:pt>
                <c:pt idx="675">
                  <c:v>1</c:v>
                </c:pt>
                <c:pt idx="676">
                  <c:v>4</c:v>
                </c:pt>
                <c:pt idx="677">
                  <c:v>0</c:v>
                </c:pt>
                <c:pt idx="678">
                  <c:v>2</c:v>
                </c:pt>
                <c:pt idx="679">
                  <c:v>0</c:v>
                </c:pt>
                <c:pt idx="680">
                  <c:v>0</c:v>
                </c:pt>
                <c:pt idx="681">
                  <c:v>1</c:v>
                </c:pt>
                <c:pt idx="682">
                  <c:v>1</c:v>
                </c:pt>
                <c:pt idx="683">
                  <c:v>2</c:v>
                </c:pt>
                <c:pt idx="684">
                  <c:v>4</c:v>
                </c:pt>
                <c:pt idx="685">
                  <c:v>1</c:v>
                </c:pt>
                <c:pt idx="686">
                  <c:v>0</c:v>
                </c:pt>
                <c:pt idx="687">
                  <c:v>2</c:v>
                </c:pt>
                <c:pt idx="688">
                  <c:v>2</c:v>
                </c:pt>
                <c:pt idx="689">
                  <c:v>2</c:v>
                </c:pt>
                <c:pt idx="690">
                  <c:v>4</c:v>
                </c:pt>
                <c:pt idx="691">
                  <c:v>0</c:v>
                </c:pt>
                <c:pt idx="692">
                  <c:v>3</c:v>
                </c:pt>
                <c:pt idx="693">
                  <c:v>3</c:v>
                </c:pt>
                <c:pt idx="694">
                  <c:v>1</c:v>
                </c:pt>
                <c:pt idx="695">
                  <c:v>1</c:v>
                </c:pt>
                <c:pt idx="696">
                  <c:v>4</c:v>
                </c:pt>
                <c:pt idx="697">
                  <c:v>1</c:v>
                </c:pt>
                <c:pt idx="698">
                  <c:v>1</c:v>
                </c:pt>
                <c:pt idx="699">
                  <c:v>1</c:v>
                </c:pt>
                <c:pt idx="700">
                  <c:v>4</c:v>
                </c:pt>
                <c:pt idx="701">
                  <c:v>2</c:v>
                </c:pt>
                <c:pt idx="702">
                  <c:v>0</c:v>
                </c:pt>
                <c:pt idx="703">
                  <c:v>2</c:v>
                </c:pt>
                <c:pt idx="704">
                  <c:v>2</c:v>
                </c:pt>
                <c:pt idx="705">
                  <c:v>0</c:v>
                </c:pt>
                <c:pt idx="706">
                  <c:v>4</c:v>
                </c:pt>
                <c:pt idx="707">
                  <c:v>0</c:v>
                </c:pt>
                <c:pt idx="708">
                  <c:v>0</c:v>
                </c:pt>
                <c:pt idx="709">
                  <c:v>3</c:v>
                </c:pt>
                <c:pt idx="710">
                  <c:v>4</c:v>
                </c:pt>
                <c:pt idx="711">
                  <c:v>2</c:v>
                </c:pt>
                <c:pt idx="712">
                  <c:v>0</c:v>
                </c:pt>
                <c:pt idx="713">
                  <c:v>4</c:v>
                </c:pt>
                <c:pt idx="714">
                  <c:v>4</c:v>
                </c:pt>
                <c:pt idx="715">
                  <c:v>4</c:v>
                </c:pt>
                <c:pt idx="716">
                  <c:v>4</c:v>
                </c:pt>
                <c:pt idx="717">
                  <c:v>2</c:v>
                </c:pt>
                <c:pt idx="718">
                  <c:v>4</c:v>
                </c:pt>
                <c:pt idx="719">
                  <c:v>2</c:v>
                </c:pt>
                <c:pt idx="720">
                  <c:v>2</c:v>
                </c:pt>
                <c:pt idx="721">
                  <c:v>4</c:v>
                </c:pt>
                <c:pt idx="722">
                  <c:v>3</c:v>
                </c:pt>
                <c:pt idx="723">
                  <c:v>3</c:v>
                </c:pt>
                <c:pt idx="724">
                  <c:v>4</c:v>
                </c:pt>
                <c:pt idx="725">
                  <c:v>2</c:v>
                </c:pt>
                <c:pt idx="726">
                  <c:v>1</c:v>
                </c:pt>
                <c:pt idx="727">
                  <c:v>1</c:v>
                </c:pt>
                <c:pt idx="728">
                  <c:v>2</c:v>
                </c:pt>
                <c:pt idx="729">
                  <c:v>0</c:v>
                </c:pt>
                <c:pt idx="730">
                  <c:v>3</c:v>
                </c:pt>
                <c:pt idx="731">
                  <c:v>4</c:v>
                </c:pt>
                <c:pt idx="732">
                  <c:v>1</c:v>
                </c:pt>
                <c:pt idx="733">
                  <c:v>1</c:v>
                </c:pt>
                <c:pt idx="734">
                  <c:v>3</c:v>
                </c:pt>
                <c:pt idx="735">
                  <c:v>1</c:v>
                </c:pt>
                <c:pt idx="736">
                  <c:v>1</c:v>
                </c:pt>
                <c:pt idx="737">
                  <c:v>2</c:v>
                </c:pt>
                <c:pt idx="738">
                  <c:v>2</c:v>
                </c:pt>
                <c:pt idx="739">
                  <c:v>1</c:v>
                </c:pt>
                <c:pt idx="740">
                  <c:v>4</c:v>
                </c:pt>
                <c:pt idx="741">
                  <c:v>1</c:v>
                </c:pt>
                <c:pt idx="742">
                  <c:v>1</c:v>
                </c:pt>
                <c:pt idx="743">
                  <c:v>1</c:v>
                </c:pt>
                <c:pt idx="744">
                  <c:v>1</c:v>
                </c:pt>
                <c:pt idx="745">
                  <c:v>1</c:v>
                </c:pt>
                <c:pt idx="746">
                  <c:v>0</c:v>
                </c:pt>
                <c:pt idx="747">
                  <c:v>3</c:v>
                </c:pt>
                <c:pt idx="748">
                  <c:v>1</c:v>
                </c:pt>
                <c:pt idx="749">
                  <c:v>1</c:v>
                </c:pt>
                <c:pt idx="750">
                  <c:v>3</c:v>
                </c:pt>
                <c:pt idx="751">
                  <c:v>4</c:v>
                </c:pt>
                <c:pt idx="752">
                  <c:v>2</c:v>
                </c:pt>
                <c:pt idx="753">
                  <c:v>3</c:v>
                </c:pt>
                <c:pt idx="754">
                  <c:v>2</c:v>
                </c:pt>
                <c:pt idx="755">
                  <c:v>0</c:v>
                </c:pt>
                <c:pt idx="756">
                  <c:v>3</c:v>
                </c:pt>
                <c:pt idx="757">
                  <c:v>4</c:v>
                </c:pt>
                <c:pt idx="758">
                  <c:v>2</c:v>
                </c:pt>
                <c:pt idx="759">
                  <c:v>3</c:v>
                </c:pt>
                <c:pt idx="760">
                  <c:v>2</c:v>
                </c:pt>
                <c:pt idx="761">
                  <c:v>1</c:v>
                </c:pt>
                <c:pt idx="762">
                  <c:v>3</c:v>
                </c:pt>
                <c:pt idx="763">
                  <c:v>3</c:v>
                </c:pt>
                <c:pt idx="764">
                  <c:v>4</c:v>
                </c:pt>
                <c:pt idx="765">
                  <c:v>0</c:v>
                </c:pt>
                <c:pt idx="766">
                  <c:v>1</c:v>
                </c:pt>
                <c:pt idx="767">
                  <c:v>1</c:v>
                </c:pt>
                <c:pt idx="768">
                  <c:v>3</c:v>
                </c:pt>
                <c:pt idx="769">
                  <c:v>1</c:v>
                </c:pt>
                <c:pt idx="770">
                  <c:v>4</c:v>
                </c:pt>
                <c:pt idx="771">
                  <c:v>4</c:v>
                </c:pt>
                <c:pt idx="772">
                  <c:v>3</c:v>
                </c:pt>
                <c:pt idx="773">
                  <c:v>1</c:v>
                </c:pt>
                <c:pt idx="774">
                  <c:v>4</c:v>
                </c:pt>
                <c:pt idx="775">
                  <c:v>0</c:v>
                </c:pt>
                <c:pt idx="776">
                  <c:v>4</c:v>
                </c:pt>
                <c:pt idx="777">
                  <c:v>1</c:v>
                </c:pt>
                <c:pt idx="778">
                  <c:v>2</c:v>
                </c:pt>
                <c:pt idx="779">
                  <c:v>2</c:v>
                </c:pt>
                <c:pt idx="780">
                  <c:v>4</c:v>
                </c:pt>
                <c:pt idx="781">
                  <c:v>0</c:v>
                </c:pt>
                <c:pt idx="782">
                  <c:v>3</c:v>
                </c:pt>
                <c:pt idx="783">
                  <c:v>1</c:v>
                </c:pt>
                <c:pt idx="784">
                  <c:v>4</c:v>
                </c:pt>
                <c:pt idx="785">
                  <c:v>1</c:v>
                </c:pt>
                <c:pt idx="786">
                  <c:v>1</c:v>
                </c:pt>
                <c:pt idx="787">
                  <c:v>1</c:v>
                </c:pt>
                <c:pt idx="788">
                  <c:v>4</c:v>
                </c:pt>
                <c:pt idx="789">
                  <c:v>1</c:v>
                </c:pt>
                <c:pt idx="790">
                  <c:v>0</c:v>
                </c:pt>
                <c:pt idx="791">
                  <c:v>4</c:v>
                </c:pt>
                <c:pt idx="792">
                  <c:v>4</c:v>
                </c:pt>
                <c:pt idx="793">
                  <c:v>4</c:v>
                </c:pt>
                <c:pt idx="794">
                  <c:v>0</c:v>
                </c:pt>
                <c:pt idx="795">
                  <c:v>2</c:v>
                </c:pt>
                <c:pt idx="796">
                  <c:v>1</c:v>
                </c:pt>
                <c:pt idx="797">
                  <c:v>1</c:v>
                </c:pt>
                <c:pt idx="798">
                  <c:v>3</c:v>
                </c:pt>
                <c:pt idx="799">
                  <c:v>3</c:v>
                </c:pt>
                <c:pt idx="800">
                  <c:v>0</c:v>
                </c:pt>
                <c:pt idx="801">
                  <c:v>0</c:v>
                </c:pt>
                <c:pt idx="802">
                  <c:v>2</c:v>
                </c:pt>
                <c:pt idx="803">
                  <c:v>3</c:v>
                </c:pt>
                <c:pt idx="804">
                  <c:v>4</c:v>
                </c:pt>
                <c:pt idx="805">
                  <c:v>4</c:v>
                </c:pt>
                <c:pt idx="806">
                  <c:v>2</c:v>
                </c:pt>
                <c:pt idx="807">
                  <c:v>3</c:v>
                </c:pt>
                <c:pt idx="808">
                  <c:v>2</c:v>
                </c:pt>
                <c:pt idx="809">
                  <c:v>0</c:v>
                </c:pt>
                <c:pt idx="810">
                  <c:v>1</c:v>
                </c:pt>
                <c:pt idx="811">
                  <c:v>2</c:v>
                </c:pt>
                <c:pt idx="812">
                  <c:v>1</c:v>
                </c:pt>
                <c:pt idx="813">
                  <c:v>4</c:v>
                </c:pt>
                <c:pt idx="814">
                  <c:v>0</c:v>
                </c:pt>
                <c:pt idx="815">
                  <c:v>2</c:v>
                </c:pt>
                <c:pt idx="816">
                  <c:v>4</c:v>
                </c:pt>
                <c:pt idx="817">
                  <c:v>4</c:v>
                </c:pt>
                <c:pt idx="818">
                  <c:v>1</c:v>
                </c:pt>
                <c:pt idx="819">
                  <c:v>3</c:v>
                </c:pt>
                <c:pt idx="820">
                  <c:v>0</c:v>
                </c:pt>
                <c:pt idx="821">
                  <c:v>2</c:v>
                </c:pt>
                <c:pt idx="822">
                  <c:v>0</c:v>
                </c:pt>
                <c:pt idx="823">
                  <c:v>4</c:v>
                </c:pt>
                <c:pt idx="824">
                  <c:v>1</c:v>
                </c:pt>
                <c:pt idx="825">
                  <c:v>4</c:v>
                </c:pt>
                <c:pt idx="826">
                  <c:v>1</c:v>
                </c:pt>
                <c:pt idx="827">
                  <c:v>2</c:v>
                </c:pt>
                <c:pt idx="828">
                  <c:v>0</c:v>
                </c:pt>
                <c:pt idx="829">
                  <c:v>3</c:v>
                </c:pt>
                <c:pt idx="830">
                  <c:v>0</c:v>
                </c:pt>
                <c:pt idx="831">
                  <c:v>2</c:v>
                </c:pt>
                <c:pt idx="832">
                  <c:v>2</c:v>
                </c:pt>
                <c:pt idx="833">
                  <c:v>2</c:v>
                </c:pt>
                <c:pt idx="834">
                  <c:v>1</c:v>
                </c:pt>
                <c:pt idx="835">
                  <c:v>4</c:v>
                </c:pt>
                <c:pt idx="836">
                  <c:v>1</c:v>
                </c:pt>
                <c:pt idx="837">
                  <c:v>4</c:v>
                </c:pt>
                <c:pt idx="838">
                  <c:v>2</c:v>
                </c:pt>
                <c:pt idx="839">
                  <c:v>4</c:v>
                </c:pt>
                <c:pt idx="840">
                  <c:v>2</c:v>
                </c:pt>
                <c:pt idx="841">
                  <c:v>4</c:v>
                </c:pt>
                <c:pt idx="842">
                  <c:v>3</c:v>
                </c:pt>
                <c:pt idx="843">
                  <c:v>4</c:v>
                </c:pt>
                <c:pt idx="844">
                  <c:v>1</c:v>
                </c:pt>
                <c:pt idx="845">
                  <c:v>3</c:v>
                </c:pt>
                <c:pt idx="846">
                  <c:v>0</c:v>
                </c:pt>
                <c:pt idx="847">
                  <c:v>0</c:v>
                </c:pt>
                <c:pt idx="848">
                  <c:v>4</c:v>
                </c:pt>
                <c:pt idx="849">
                  <c:v>0</c:v>
                </c:pt>
                <c:pt idx="850">
                  <c:v>2</c:v>
                </c:pt>
                <c:pt idx="851">
                  <c:v>2</c:v>
                </c:pt>
                <c:pt idx="852">
                  <c:v>1</c:v>
                </c:pt>
                <c:pt idx="853">
                  <c:v>4</c:v>
                </c:pt>
                <c:pt idx="854">
                  <c:v>0</c:v>
                </c:pt>
                <c:pt idx="855">
                  <c:v>3</c:v>
                </c:pt>
                <c:pt idx="856">
                  <c:v>4</c:v>
                </c:pt>
                <c:pt idx="857">
                  <c:v>0</c:v>
                </c:pt>
                <c:pt idx="858">
                  <c:v>1</c:v>
                </c:pt>
                <c:pt idx="859">
                  <c:v>2</c:v>
                </c:pt>
                <c:pt idx="860">
                  <c:v>0</c:v>
                </c:pt>
                <c:pt idx="861">
                  <c:v>3</c:v>
                </c:pt>
                <c:pt idx="862">
                  <c:v>2</c:v>
                </c:pt>
                <c:pt idx="863">
                  <c:v>4</c:v>
                </c:pt>
                <c:pt idx="864">
                  <c:v>3</c:v>
                </c:pt>
                <c:pt idx="865">
                  <c:v>2</c:v>
                </c:pt>
                <c:pt idx="866">
                  <c:v>2</c:v>
                </c:pt>
                <c:pt idx="867">
                  <c:v>3</c:v>
                </c:pt>
                <c:pt idx="868">
                  <c:v>3</c:v>
                </c:pt>
                <c:pt idx="869">
                  <c:v>0</c:v>
                </c:pt>
                <c:pt idx="870">
                  <c:v>2</c:v>
                </c:pt>
                <c:pt idx="871">
                  <c:v>1</c:v>
                </c:pt>
                <c:pt idx="872">
                  <c:v>4</c:v>
                </c:pt>
                <c:pt idx="873">
                  <c:v>3</c:v>
                </c:pt>
                <c:pt idx="874">
                  <c:v>2</c:v>
                </c:pt>
                <c:pt idx="875">
                  <c:v>1</c:v>
                </c:pt>
                <c:pt idx="876">
                  <c:v>4</c:v>
                </c:pt>
                <c:pt idx="877">
                  <c:v>1</c:v>
                </c:pt>
                <c:pt idx="878">
                  <c:v>4</c:v>
                </c:pt>
                <c:pt idx="879">
                  <c:v>0</c:v>
                </c:pt>
                <c:pt idx="880">
                  <c:v>4</c:v>
                </c:pt>
                <c:pt idx="881">
                  <c:v>3</c:v>
                </c:pt>
                <c:pt idx="882">
                  <c:v>0</c:v>
                </c:pt>
                <c:pt idx="883">
                  <c:v>0</c:v>
                </c:pt>
                <c:pt idx="884">
                  <c:v>4</c:v>
                </c:pt>
                <c:pt idx="885">
                  <c:v>2</c:v>
                </c:pt>
                <c:pt idx="886">
                  <c:v>4</c:v>
                </c:pt>
                <c:pt idx="887">
                  <c:v>1</c:v>
                </c:pt>
                <c:pt idx="888">
                  <c:v>2</c:v>
                </c:pt>
                <c:pt idx="889">
                  <c:v>3</c:v>
                </c:pt>
                <c:pt idx="890">
                  <c:v>4</c:v>
                </c:pt>
                <c:pt idx="891">
                  <c:v>2</c:v>
                </c:pt>
                <c:pt idx="892">
                  <c:v>0</c:v>
                </c:pt>
                <c:pt idx="893">
                  <c:v>0</c:v>
                </c:pt>
                <c:pt idx="894">
                  <c:v>3</c:v>
                </c:pt>
                <c:pt idx="895">
                  <c:v>3</c:v>
                </c:pt>
                <c:pt idx="896">
                  <c:v>2</c:v>
                </c:pt>
                <c:pt idx="897">
                  <c:v>2</c:v>
                </c:pt>
                <c:pt idx="898">
                  <c:v>4</c:v>
                </c:pt>
                <c:pt idx="899">
                  <c:v>3</c:v>
                </c:pt>
                <c:pt idx="900">
                  <c:v>4</c:v>
                </c:pt>
                <c:pt idx="901">
                  <c:v>0</c:v>
                </c:pt>
                <c:pt idx="902">
                  <c:v>3</c:v>
                </c:pt>
                <c:pt idx="903">
                  <c:v>0</c:v>
                </c:pt>
                <c:pt idx="904">
                  <c:v>2</c:v>
                </c:pt>
                <c:pt idx="905">
                  <c:v>4</c:v>
                </c:pt>
                <c:pt idx="906">
                  <c:v>1</c:v>
                </c:pt>
                <c:pt idx="907">
                  <c:v>1</c:v>
                </c:pt>
                <c:pt idx="908">
                  <c:v>2</c:v>
                </c:pt>
                <c:pt idx="909">
                  <c:v>1</c:v>
                </c:pt>
                <c:pt idx="910">
                  <c:v>3</c:v>
                </c:pt>
                <c:pt idx="911">
                  <c:v>2</c:v>
                </c:pt>
                <c:pt idx="912">
                  <c:v>2</c:v>
                </c:pt>
                <c:pt idx="913">
                  <c:v>2</c:v>
                </c:pt>
                <c:pt idx="914">
                  <c:v>4</c:v>
                </c:pt>
                <c:pt idx="915">
                  <c:v>3</c:v>
                </c:pt>
                <c:pt idx="916">
                  <c:v>3</c:v>
                </c:pt>
                <c:pt idx="917">
                  <c:v>1</c:v>
                </c:pt>
                <c:pt idx="918">
                  <c:v>1</c:v>
                </c:pt>
                <c:pt idx="919">
                  <c:v>1</c:v>
                </c:pt>
                <c:pt idx="920">
                  <c:v>4</c:v>
                </c:pt>
                <c:pt idx="921">
                  <c:v>1</c:v>
                </c:pt>
                <c:pt idx="922">
                  <c:v>3</c:v>
                </c:pt>
                <c:pt idx="923">
                  <c:v>4</c:v>
                </c:pt>
                <c:pt idx="924">
                  <c:v>0</c:v>
                </c:pt>
                <c:pt idx="925">
                  <c:v>4</c:v>
                </c:pt>
                <c:pt idx="926">
                  <c:v>3</c:v>
                </c:pt>
                <c:pt idx="927">
                  <c:v>2</c:v>
                </c:pt>
                <c:pt idx="928">
                  <c:v>0</c:v>
                </c:pt>
                <c:pt idx="929">
                  <c:v>1</c:v>
                </c:pt>
                <c:pt idx="930">
                  <c:v>1</c:v>
                </c:pt>
                <c:pt idx="931">
                  <c:v>2</c:v>
                </c:pt>
                <c:pt idx="932">
                  <c:v>2</c:v>
                </c:pt>
                <c:pt idx="933">
                  <c:v>0</c:v>
                </c:pt>
                <c:pt idx="934">
                  <c:v>0</c:v>
                </c:pt>
                <c:pt idx="935">
                  <c:v>1</c:v>
                </c:pt>
                <c:pt idx="936">
                  <c:v>2</c:v>
                </c:pt>
                <c:pt idx="937">
                  <c:v>1</c:v>
                </c:pt>
                <c:pt idx="938">
                  <c:v>3</c:v>
                </c:pt>
                <c:pt idx="939">
                  <c:v>4</c:v>
                </c:pt>
                <c:pt idx="940">
                  <c:v>4</c:v>
                </c:pt>
                <c:pt idx="941">
                  <c:v>1</c:v>
                </c:pt>
                <c:pt idx="942">
                  <c:v>2</c:v>
                </c:pt>
                <c:pt idx="943">
                  <c:v>0</c:v>
                </c:pt>
                <c:pt idx="944">
                  <c:v>4</c:v>
                </c:pt>
                <c:pt idx="945">
                  <c:v>0</c:v>
                </c:pt>
                <c:pt idx="946">
                  <c:v>4</c:v>
                </c:pt>
                <c:pt idx="947">
                  <c:v>1</c:v>
                </c:pt>
                <c:pt idx="948">
                  <c:v>1</c:v>
                </c:pt>
                <c:pt idx="949">
                  <c:v>4</c:v>
                </c:pt>
                <c:pt idx="950">
                  <c:v>3</c:v>
                </c:pt>
                <c:pt idx="951">
                  <c:v>4</c:v>
                </c:pt>
                <c:pt idx="952">
                  <c:v>3</c:v>
                </c:pt>
                <c:pt idx="953">
                  <c:v>4</c:v>
                </c:pt>
                <c:pt idx="954">
                  <c:v>0</c:v>
                </c:pt>
                <c:pt idx="955">
                  <c:v>3</c:v>
                </c:pt>
                <c:pt idx="956">
                  <c:v>3</c:v>
                </c:pt>
                <c:pt idx="957">
                  <c:v>2</c:v>
                </c:pt>
                <c:pt idx="958">
                  <c:v>4</c:v>
                </c:pt>
                <c:pt idx="959">
                  <c:v>3</c:v>
                </c:pt>
                <c:pt idx="960">
                  <c:v>2</c:v>
                </c:pt>
                <c:pt idx="961">
                  <c:v>2</c:v>
                </c:pt>
                <c:pt idx="962">
                  <c:v>3</c:v>
                </c:pt>
                <c:pt idx="963">
                  <c:v>0</c:v>
                </c:pt>
                <c:pt idx="964">
                  <c:v>4</c:v>
                </c:pt>
                <c:pt idx="965">
                  <c:v>2</c:v>
                </c:pt>
                <c:pt idx="966">
                  <c:v>3</c:v>
                </c:pt>
                <c:pt idx="967">
                  <c:v>3</c:v>
                </c:pt>
                <c:pt idx="968">
                  <c:v>0</c:v>
                </c:pt>
                <c:pt idx="969">
                  <c:v>2</c:v>
                </c:pt>
                <c:pt idx="970">
                  <c:v>1</c:v>
                </c:pt>
                <c:pt idx="971">
                  <c:v>4</c:v>
                </c:pt>
                <c:pt idx="972">
                  <c:v>1</c:v>
                </c:pt>
                <c:pt idx="973">
                  <c:v>1</c:v>
                </c:pt>
                <c:pt idx="974">
                  <c:v>3</c:v>
                </c:pt>
                <c:pt idx="975">
                  <c:v>2</c:v>
                </c:pt>
                <c:pt idx="976">
                  <c:v>2</c:v>
                </c:pt>
                <c:pt idx="977">
                  <c:v>2</c:v>
                </c:pt>
                <c:pt idx="978">
                  <c:v>4</c:v>
                </c:pt>
                <c:pt idx="979">
                  <c:v>3</c:v>
                </c:pt>
                <c:pt idx="980">
                  <c:v>1</c:v>
                </c:pt>
                <c:pt idx="981">
                  <c:v>0</c:v>
                </c:pt>
                <c:pt idx="982">
                  <c:v>3</c:v>
                </c:pt>
                <c:pt idx="983">
                  <c:v>4</c:v>
                </c:pt>
                <c:pt idx="984">
                  <c:v>3</c:v>
                </c:pt>
                <c:pt idx="985">
                  <c:v>4</c:v>
                </c:pt>
                <c:pt idx="986">
                  <c:v>1</c:v>
                </c:pt>
                <c:pt idx="987">
                  <c:v>1</c:v>
                </c:pt>
                <c:pt idx="988">
                  <c:v>3</c:v>
                </c:pt>
                <c:pt idx="989">
                  <c:v>4</c:v>
                </c:pt>
                <c:pt idx="990">
                  <c:v>4</c:v>
                </c:pt>
                <c:pt idx="991">
                  <c:v>2</c:v>
                </c:pt>
                <c:pt idx="992">
                  <c:v>4</c:v>
                </c:pt>
                <c:pt idx="993">
                  <c:v>3</c:v>
                </c:pt>
                <c:pt idx="994">
                  <c:v>3</c:v>
                </c:pt>
                <c:pt idx="995">
                  <c:v>4</c:v>
                </c:pt>
                <c:pt idx="996">
                  <c:v>0</c:v>
                </c:pt>
                <c:pt idx="997">
                  <c:v>3</c:v>
                </c:pt>
                <c:pt idx="998">
                  <c:v>3</c:v>
                </c:pt>
                <c:pt idx="999">
                  <c:v>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CCE-47A1-BDD1-D95D278A10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71327472"/>
        <c:axId val="1375544496"/>
      </c:scatterChart>
      <c:valAx>
        <c:axId val="12713274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Treatment</a:t>
                </a:r>
                <a:r>
                  <a:rPr lang="en-IN" baseline="0"/>
                  <a:t> Duration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5544496"/>
        <c:crosses val="autoZero"/>
        <c:crossBetween val="midCat"/>
      </c:valAx>
      <c:valAx>
        <c:axId val="1375544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Side</a:t>
                </a:r>
                <a:r>
                  <a:rPr lang="en-IN" baseline="0"/>
                  <a:t> Effects Numeric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132747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Side</a:t>
            </a:r>
            <a:r>
              <a:rPr lang="en-IN" baseline="0"/>
              <a:t> Effects vs. Treatment Outcome</a:t>
            </a:r>
            <a:endParaRPr lang="en-IN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Clean_Data!$AE$1</c:f>
              <c:strCache>
                <c:ptCount val="1"/>
                <c:pt idx="0">
                  <c:v>Treatment_Outcome_Numeric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Clean_Data!$AD$2:$AD$1001</c:f>
              <c:numCache>
                <c:formatCode>General</c:formatCode>
                <c:ptCount val="1000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3</c:v>
                </c:pt>
                <c:pt idx="10">
                  <c:v>3</c:v>
                </c:pt>
                <c:pt idx="11">
                  <c:v>4</c:v>
                </c:pt>
                <c:pt idx="12">
                  <c:v>2</c:v>
                </c:pt>
                <c:pt idx="13">
                  <c:v>0</c:v>
                </c:pt>
                <c:pt idx="14">
                  <c:v>2</c:v>
                </c:pt>
                <c:pt idx="15">
                  <c:v>1</c:v>
                </c:pt>
                <c:pt idx="16">
                  <c:v>0</c:v>
                </c:pt>
                <c:pt idx="17">
                  <c:v>3</c:v>
                </c:pt>
                <c:pt idx="18">
                  <c:v>2</c:v>
                </c:pt>
                <c:pt idx="19">
                  <c:v>3</c:v>
                </c:pt>
                <c:pt idx="20">
                  <c:v>4</c:v>
                </c:pt>
                <c:pt idx="21">
                  <c:v>3</c:v>
                </c:pt>
                <c:pt idx="22">
                  <c:v>2</c:v>
                </c:pt>
                <c:pt idx="23">
                  <c:v>2</c:v>
                </c:pt>
                <c:pt idx="24">
                  <c:v>4</c:v>
                </c:pt>
                <c:pt idx="25">
                  <c:v>4</c:v>
                </c:pt>
                <c:pt idx="26">
                  <c:v>3</c:v>
                </c:pt>
                <c:pt idx="27">
                  <c:v>3</c:v>
                </c:pt>
                <c:pt idx="28">
                  <c:v>2</c:v>
                </c:pt>
                <c:pt idx="29">
                  <c:v>3</c:v>
                </c:pt>
                <c:pt idx="30">
                  <c:v>4</c:v>
                </c:pt>
                <c:pt idx="31">
                  <c:v>0</c:v>
                </c:pt>
                <c:pt idx="32">
                  <c:v>2</c:v>
                </c:pt>
                <c:pt idx="33">
                  <c:v>4</c:v>
                </c:pt>
                <c:pt idx="34">
                  <c:v>0</c:v>
                </c:pt>
                <c:pt idx="35">
                  <c:v>2</c:v>
                </c:pt>
                <c:pt idx="36">
                  <c:v>0</c:v>
                </c:pt>
                <c:pt idx="37">
                  <c:v>2</c:v>
                </c:pt>
                <c:pt idx="38">
                  <c:v>2</c:v>
                </c:pt>
                <c:pt idx="39">
                  <c:v>4</c:v>
                </c:pt>
                <c:pt idx="40">
                  <c:v>2</c:v>
                </c:pt>
                <c:pt idx="41">
                  <c:v>1</c:v>
                </c:pt>
                <c:pt idx="42">
                  <c:v>0</c:v>
                </c:pt>
                <c:pt idx="43">
                  <c:v>1</c:v>
                </c:pt>
                <c:pt idx="44">
                  <c:v>4</c:v>
                </c:pt>
                <c:pt idx="45">
                  <c:v>1</c:v>
                </c:pt>
                <c:pt idx="46">
                  <c:v>1</c:v>
                </c:pt>
                <c:pt idx="47">
                  <c:v>3</c:v>
                </c:pt>
                <c:pt idx="48">
                  <c:v>0</c:v>
                </c:pt>
                <c:pt idx="49">
                  <c:v>4</c:v>
                </c:pt>
                <c:pt idx="50">
                  <c:v>2</c:v>
                </c:pt>
                <c:pt idx="51">
                  <c:v>0</c:v>
                </c:pt>
                <c:pt idx="52">
                  <c:v>3</c:v>
                </c:pt>
                <c:pt idx="53">
                  <c:v>0</c:v>
                </c:pt>
                <c:pt idx="54">
                  <c:v>4</c:v>
                </c:pt>
                <c:pt idx="55">
                  <c:v>0</c:v>
                </c:pt>
                <c:pt idx="56">
                  <c:v>4</c:v>
                </c:pt>
                <c:pt idx="57">
                  <c:v>1</c:v>
                </c:pt>
                <c:pt idx="58">
                  <c:v>1</c:v>
                </c:pt>
                <c:pt idx="59">
                  <c:v>0</c:v>
                </c:pt>
                <c:pt idx="60">
                  <c:v>1</c:v>
                </c:pt>
                <c:pt idx="61">
                  <c:v>4</c:v>
                </c:pt>
                <c:pt idx="62">
                  <c:v>3</c:v>
                </c:pt>
                <c:pt idx="63">
                  <c:v>4</c:v>
                </c:pt>
                <c:pt idx="64">
                  <c:v>2</c:v>
                </c:pt>
                <c:pt idx="65">
                  <c:v>4</c:v>
                </c:pt>
                <c:pt idx="66">
                  <c:v>4</c:v>
                </c:pt>
                <c:pt idx="67">
                  <c:v>0</c:v>
                </c:pt>
                <c:pt idx="68">
                  <c:v>3</c:v>
                </c:pt>
                <c:pt idx="69">
                  <c:v>1</c:v>
                </c:pt>
                <c:pt idx="70">
                  <c:v>2</c:v>
                </c:pt>
                <c:pt idx="71">
                  <c:v>3</c:v>
                </c:pt>
                <c:pt idx="72">
                  <c:v>1</c:v>
                </c:pt>
                <c:pt idx="73">
                  <c:v>3</c:v>
                </c:pt>
                <c:pt idx="74">
                  <c:v>4</c:v>
                </c:pt>
                <c:pt idx="75">
                  <c:v>4</c:v>
                </c:pt>
                <c:pt idx="76">
                  <c:v>0</c:v>
                </c:pt>
                <c:pt idx="77">
                  <c:v>2</c:v>
                </c:pt>
                <c:pt idx="78">
                  <c:v>0</c:v>
                </c:pt>
                <c:pt idx="79">
                  <c:v>2</c:v>
                </c:pt>
                <c:pt idx="80">
                  <c:v>3</c:v>
                </c:pt>
                <c:pt idx="81">
                  <c:v>2</c:v>
                </c:pt>
                <c:pt idx="82">
                  <c:v>2</c:v>
                </c:pt>
                <c:pt idx="83">
                  <c:v>3</c:v>
                </c:pt>
                <c:pt idx="84">
                  <c:v>4</c:v>
                </c:pt>
                <c:pt idx="85">
                  <c:v>4</c:v>
                </c:pt>
                <c:pt idx="86">
                  <c:v>0</c:v>
                </c:pt>
                <c:pt idx="87">
                  <c:v>3</c:v>
                </c:pt>
                <c:pt idx="88">
                  <c:v>1</c:v>
                </c:pt>
                <c:pt idx="89">
                  <c:v>3</c:v>
                </c:pt>
                <c:pt idx="90">
                  <c:v>3</c:v>
                </c:pt>
                <c:pt idx="91">
                  <c:v>4</c:v>
                </c:pt>
                <c:pt idx="92">
                  <c:v>2</c:v>
                </c:pt>
                <c:pt idx="93">
                  <c:v>2</c:v>
                </c:pt>
                <c:pt idx="94">
                  <c:v>1</c:v>
                </c:pt>
                <c:pt idx="95">
                  <c:v>2</c:v>
                </c:pt>
                <c:pt idx="96">
                  <c:v>1</c:v>
                </c:pt>
                <c:pt idx="97">
                  <c:v>2</c:v>
                </c:pt>
                <c:pt idx="98">
                  <c:v>1</c:v>
                </c:pt>
                <c:pt idx="99">
                  <c:v>4</c:v>
                </c:pt>
                <c:pt idx="100">
                  <c:v>0</c:v>
                </c:pt>
                <c:pt idx="101">
                  <c:v>1</c:v>
                </c:pt>
                <c:pt idx="102">
                  <c:v>0</c:v>
                </c:pt>
                <c:pt idx="103">
                  <c:v>3</c:v>
                </c:pt>
                <c:pt idx="104">
                  <c:v>3</c:v>
                </c:pt>
                <c:pt idx="105">
                  <c:v>4</c:v>
                </c:pt>
                <c:pt idx="106">
                  <c:v>1</c:v>
                </c:pt>
                <c:pt idx="107">
                  <c:v>4</c:v>
                </c:pt>
                <c:pt idx="108">
                  <c:v>3</c:v>
                </c:pt>
                <c:pt idx="109">
                  <c:v>0</c:v>
                </c:pt>
                <c:pt idx="110">
                  <c:v>1</c:v>
                </c:pt>
                <c:pt idx="111">
                  <c:v>4</c:v>
                </c:pt>
                <c:pt idx="112">
                  <c:v>2</c:v>
                </c:pt>
                <c:pt idx="113">
                  <c:v>1</c:v>
                </c:pt>
                <c:pt idx="114">
                  <c:v>0</c:v>
                </c:pt>
                <c:pt idx="115">
                  <c:v>4</c:v>
                </c:pt>
                <c:pt idx="116">
                  <c:v>2</c:v>
                </c:pt>
                <c:pt idx="117">
                  <c:v>2</c:v>
                </c:pt>
                <c:pt idx="118">
                  <c:v>0</c:v>
                </c:pt>
                <c:pt idx="119">
                  <c:v>2</c:v>
                </c:pt>
                <c:pt idx="120">
                  <c:v>3</c:v>
                </c:pt>
                <c:pt idx="121">
                  <c:v>4</c:v>
                </c:pt>
                <c:pt idx="122">
                  <c:v>3</c:v>
                </c:pt>
                <c:pt idx="123">
                  <c:v>0</c:v>
                </c:pt>
                <c:pt idx="124">
                  <c:v>3</c:v>
                </c:pt>
                <c:pt idx="125">
                  <c:v>3</c:v>
                </c:pt>
                <c:pt idx="126">
                  <c:v>0</c:v>
                </c:pt>
                <c:pt idx="127">
                  <c:v>3</c:v>
                </c:pt>
                <c:pt idx="128">
                  <c:v>1</c:v>
                </c:pt>
                <c:pt idx="129">
                  <c:v>2</c:v>
                </c:pt>
                <c:pt idx="130">
                  <c:v>2</c:v>
                </c:pt>
                <c:pt idx="131">
                  <c:v>4</c:v>
                </c:pt>
                <c:pt idx="132">
                  <c:v>1</c:v>
                </c:pt>
                <c:pt idx="133">
                  <c:v>2</c:v>
                </c:pt>
                <c:pt idx="134">
                  <c:v>2</c:v>
                </c:pt>
                <c:pt idx="135">
                  <c:v>3</c:v>
                </c:pt>
                <c:pt idx="136">
                  <c:v>2</c:v>
                </c:pt>
                <c:pt idx="137">
                  <c:v>1</c:v>
                </c:pt>
                <c:pt idx="138">
                  <c:v>3</c:v>
                </c:pt>
                <c:pt idx="139">
                  <c:v>3</c:v>
                </c:pt>
                <c:pt idx="140">
                  <c:v>3</c:v>
                </c:pt>
                <c:pt idx="141">
                  <c:v>2</c:v>
                </c:pt>
                <c:pt idx="142">
                  <c:v>0</c:v>
                </c:pt>
                <c:pt idx="143">
                  <c:v>1</c:v>
                </c:pt>
                <c:pt idx="144">
                  <c:v>1</c:v>
                </c:pt>
                <c:pt idx="145">
                  <c:v>0</c:v>
                </c:pt>
                <c:pt idx="146">
                  <c:v>2</c:v>
                </c:pt>
                <c:pt idx="147">
                  <c:v>2</c:v>
                </c:pt>
                <c:pt idx="148">
                  <c:v>4</c:v>
                </c:pt>
                <c:pt idx="149">
                  <c:v>2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3</c:v>
                </c:pt>
                <c:pt idx="155">
                  <c:v>2</c:v>
                </c:pt>
                <c:pt idx="156">
                  <c:v>2</c:v>
                </c:pt>
                <c:pt idx="157">
                  <c:v>0</c:v>
                </c:pt>
                <c:pt idx="158">
                  <c:v>1</c:v>
                </c:pt>
                <c:pt idx="159">
                  <c:v>4</c:v>
                </c:pt>
                <c:pt idx="160">
                  <c:v>0</c:v>
                </c:pt>
                <c:pt idx="161">
                  <c:v>2</c:v>
                </c:pt>
                <c:pt idx="162">
                  <c:v>4</c:v>
                </c:pt>
                <c:pt idx="163">
                  <c:v>4</c:v>
                </c:pt>
                <c:pt idx="164">
                  <c:v>1</c:v>
                </c:pt>
                <c:pt idx="165">
                  <c:v>1</c:v>
                </c:pt>
                <c:pt idx="166">
                  <c:v>4</c:v>
                </c:pt>
                <c:pt idx="167">
                  <c:v>0</c:v>
                </c:pt>
                <c:pt idx="168">
                  <c:v>4</c:v>
                </c:pt>
                <c:pt idx="169">
                  <c:v>3</c:v>
                </c:pt>
                <c:pt idx="170">
                  <c:v>1</c:v>
                </c:pt>
                <c:pt idx="171">
                  <c:v>1</c:v>
                </c:pt>
                <c:pt idx="172">
                  <c:v>0</c:v>
                </c:pt>
                <c:pt idx="173">
                  <c:v>4</c:v>
                </c:pt>
                <c:pt idx="174">
                  <c:v>4</c:v>
                </c:pt>
                <c:pt idx="175">
                  <c:v>1</c:v>
                </c:pt>
                <c:pt idx="176">
                  <c:v>0</c:v>
                </c:pt>
                <c:pt idx="177">
                  <c:v>3</c:v>
                </c:pt>
                <c:pt idx="178">
                  <c:v>1</c:v>
                </c:pt>
                <c:pt idx="179">
                  <c:v>0</c:v>
                </c:pt>
                <c:pt idx="180">
                  <c:v>4</c:v>
                </c:pt>
                <c:pt idx="181">
                  <c:v>3</c:v>
                </c:pt>
                <c:pt idx="182">
                  <c:v>4</c:v>
                </c:pt>
                <c:pt idx="183">
                  <c:v>3</c:v>
                </c:pt>
                <c:pt idx="184">
                  <c:v>3</c:v>
                </c:pt>
                <c:pt idx="185">
                  <c:v>4</c:v>
                </c:pt>
                <c:pt idx="186">
                  <c:v>0</c:v>
                </c:pt>
                <c:pt idx="187">
                  <c:v>3</c:v>
                </c:pt>
                <c:pt idx="188">
                  <c:v>3</c:v>
                </c:pt>
                <c:pt idx="189">
                  <c:v>0</c:v>
                </c:pt>
                <c:pt idx="190">
                  <c:v>1</c:v>
                </c:pt>
                <c:pt idx="191">
                  <c:v>1</c:v>
                </c:pt>
                <c:pt idx="192">
                  <c:v>3</c:v>
                </c:pt>
                <c:pt idx="193">
                  <c:v>2</c:v>
                </c:pt>
                <c:pt idx="194">
                  <c:v>1</c:v>
                </c:pt>
                <c:pt idx="195">
                  <c:v>1</c:v>
                </c:pt>
                <c:pt idx="196">
                  <c:v>4</c:v>
                </c:pt>
                <c:pt idx="197">
                  <c:v>3</c:v>
                </c:pt>
                <c:pt idx="198">
                  <c:v>2</c:v>
                </c:pt>
                <c:pt idx="199">
                  <c:v>4</c:v>
                </c:pt>
                <c:pt idx="200">
                  <c:v>4</c:v>
                </c:pt>
                <c:pt idx="201">
                  <c:v>3</c:v>
                </c:pt>
                <c:pt idx="202">
                  <c:v>0</c:v>
                </c:pt>
                <c:pt idx="203">
                  <c:v>2</c:v>
                </c:pt>
                <c:pt idx="204">
                  <c:v>3</c:v>
                </c:pt>
                <c:pt idx="205">
                  <c:v>1</c:v>
                </c:pt>
                <c:pt idx="206">
                  <c:v>1</c:v>
                </c:pt>
                <c:pt idx="207">
                  <c:v>2</c:v>
                </c:pt>
                <c:pt idx="208">
                  <c:v>1</c:v>
                </c:pt>
                <c:pt idx="209">
                  <c:v>2</c:v>
                </c:pt>
                <c:pt idx="210">
                  <c:v>2</c:v>
                </c:pt>
                <c:pt idx="211">
                  <c:v>3</c:v>
                </c:pt>
                <c:pt idx="212">
                  <c:v>1</c:v>
                </c:pt>
                <c:pt idx="213">
                  <c:v>2</c:v>
                </c:pt>
                <c:pt idx="214">
                  <c:v>1</c:v>
                </c:pt>
                <c:pt idx="215">
                  <c:v>4</c:v>
                </c:pt>
                <c:pt idx="216">
                  <c:v>3</c:v>
                </c:pt>
                <c:pt idx="217">
                  <c:v>2</c:v>
                </c:pt>
                <c:pt idx="218">
                  <c:v>4</c:v>
                </c:pt>
                <c:pt idx="219">
                  <c:v>0</c:v>
                </c:pt>
                <c:pt idx="220">
                  <c:v>0</c:v>
                </c:pt>
                <c:pt idx="221">
                  <c:v>2</c:v>
                </c:pt>
                <c:pt idx="222">
                  <c:v>4</c:v>
                </c:pt>
                <c:pt idx="223">
                  <c:v>1</c:v>
                </c:pt>
                <c:pt idx="224">
                  <c:v>3</c:v>
                </c:pt>
                <c:pt idx="225">
                  <c:v>3</c:v>
                </c:pt>
                <c:pt idx="226">
                  <c:v>0</c:v>
                </c:pt>
                <c:pt idx="227">
                  <c:v>1</c:v>
                </c:pt>
                <c:pt idx="228">
                  <c:v>4</c:v>
                </c:pt>
                <c:pt idx="229">
                  <c:v>0</c:v>
                </c:pt>
                <c:pt idx="230">
                  <c:v>2</c:v>
                </c:pt>
                <c:pt idx="231">
                  <c:v>4</c:v>
                </c:pt>
                <c:pt idx="232">
                  <c:v>1</c:v>
                </c:pt>
                <c:pt idx="233">
                  <c:v>1</c:v>
                </c:pt>
                <c:pt idx="234">
                  <c:v>2</c:v>
                </c:pt>
                <c:pt idx="235">
                  <c:v>1</c:v>
                </c:pt>
                <c:pt idx="236">
                  <c:v>3</c:v>
                </c:pt>
                <c:pt idx="237">
                  <c:v>3</c:v>
                </c:pt>
                <c:pt idx="238">
                  <c:v>0</c:v>
                </c:pt>
                <c:pt idx="239">
                  <c:v>3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2</c:v>
                </c:pt>
                <c:pt idx="247">
                  <c:v>4</c:v>
                </c:pt>
                <c:pt idx="248">
                  <c:v>3</c:v>
                </c:pt>
                <c:pt idx="249">
                  <c:v>4</c:v>
                </c:pt>
                <c:pt idx="250">
                  <c:v>0</c:v>
                </c:pt>
                <c:pt idx="251">
                  <c:v>4</c:v>
                </c:pt>
                <c:pt idx="252">
                  <c:v>3</c:v>
                </c:pt>
                <c:pt idx="253">
                  <c:v>4</c:v>
                </c:pt>
                <c:pt idx="254">
                  <c:v>2</c:v>
                </c:pt>
                <c:pt idx="255">
                  <c:v>2</c:v>
                </c:pt>
                <c:pt idx="256">
                  <c:v>3</c:v>
                </c:pt>
                <c:pt idx="257">
                  <c:v>0</c:v>
                </c:pt>
                <c:pt idx="258">
                  <c:v>0</c:v>
                </c:pt>
                <c:pt idx="259">
                  <c:v>2</c:v>
                </c:pt>
                <c:pt idx="260">
                  <c:v>3</c:v>
                </c:pt>
                <c:pt idx="261">
                  <c:v>4</c:v>
                </c:pt>
                <c:pt idx="262">
                  <c:v>4</c:v>
                </c:pt>
                <c:pt idx="263">
                  <c:v>1</c:v>
                </c:pt>
                <c:pt idx="264">
                  <c:v>3</c:v>
                </c:pt>
                <c:pt idx="265">
                  <c:v>1</c:v>
                </c:pt>
                <c:pt idx="266">
                  <c:v>3</c:v>
                </c:pt>
                <c:pt idx="267">
                  <c:v>1</c:v>
                </c:pt>
                <c:pt idx="268">
                  <c:v>3</c:v>
                </c:pt>
                <c:pt idx="269">
                  <c:v>1</c:v>
                </c:pt>
                <c:pt idx="270">
                  <c:v>3</c:v>
                </c:pt>
                <c:pt idx="271">
                  <c:v>4</c:v>
                </c:pt>
                <c:pt idx="272">
                  <c:v>3</c:v>
                </c:pt>
                <c:pt idx="273">
                  <c:v>2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4</c:v>
                </c:pt>
                <c:pt idx="278">
                  <c:v>2</c:v>
                </c:pt>
                <c:pt idx="279">
                  <c:v>2</c:v>
                </c:pt>
                <c:pt idx="280">
                  <c:v>3</c:v>
                </c:pt>
                <c:pt idx="281">
                  <c:v>0</c:v>
                </c:pt>
                <c:pt idx="282">
                  <c:v>1</c:v>
                </c:pt>
                <c:pt idx="283">
                  <c:v>3</c:v>
                </c:pt>
                <c:pt idx="284">
                  <c:v>1</c:v>
                </c:pt>
                <c:pt idx="285">
                  <c:v>0</c:v>
                </c:pt>
                <c:pt idx="286">
                  <c:v>4</c:v>
                </c:pt>
                <c:pt idx="287">
                  <c:v>3</c:v>
                </c:pt>
                <c:pt idx="288">
                  <c:v>2</c:v>
                </c:pt>
                <c:pt idx="289">
                  <c:v>3</c:v>
                </c:pt>
                <c:pt idx="290">
                  <c:v>2</c:v>
                </c:pt>
                <c:pt idx="291">
                  <c:v>1</c:v>
                </c:pt>
                <c:pt idx="292">
                  <c:v>4</c:v>
                </c:pt>
                <c:pt idx="293">
                  <c:v>0</c:v>
                </c:pt>
                <c:pt idx="294">
                  <c:v>4</c:v>
                </c:pt>
                <c:pt idx="295">
                  <c:v>4</c:v>
                </c:pt>
                <c:pt idx="296">
                  <c:v>3</c:v>
                </c:pt>
                <c:pt idx="297">
                  <c:v>0</c:v>
                </c:pt>
                <c:pt idx="298">
                  <c:v>4</c:v>
                </c:pt>
                <c:pt idx="299">
                  <c:v>1</c:v>
                </c:pt>
                <c:pt idx="300">
                  <c:v>2</c:v>
                </c:pt>
                <c:pt idx="301">
                  <c:v>4</c:v>
                </c:pt>
                <c:pt idx="302">
                  <c:v>1</c:v>
                </c:pt>
                <c:pt idx="303">
                  <c:v>1</c:v>
                </c:pt>
                <c:pt idx="304">
                  <c:v>4</c:v>
                </c:pt>
                <c:pt idx="305">
                  <c:v>1</c:v>
                </c:pt>
                <c:pt idx="306">
                  <c:v>3</c:v>
                </c:pt>
                <c:pt idx="307">
                  <c:v>1</c:v>
                </c:pt>
                <c:pt idx="308">
                  <c:v>4</c:v>
                </c:pt>
                <c:pt idx="309">
                  <c:v>2</c:v>
                </c:pt>
                <c:pt idx="310">
                  <c:v>2</c:v>
                </c:pt>
                <c:pt idx="311">
                  <c:v>0</c:v>
                </c:pt>
                <c:pt idx="312">
                  <c:v>1</c:v>
                </c:pt>
                <c:pt idx="313">
                  <c:v>0</c:v>
                </c:pt>
                <c:pt idx="314">
                  <c:v>0</c:v>
                </c:pt>
                <c:pt idx="315">
                  <c:v>1</c:v>
                </c:pt>
                <c:pt idx="316">
                  <c:v>4</c:v>
                </c:pt>
                <c:pt idx="317">
                  <c:v>1</c:v>
                </c:pt>
                <c:pt idx="318">
                  <c:v>0</c:v>
                </c:pt>
                <c:pt idx="319">
                  <c:v>2</c:v>
                </c:pt>
                <c:pt idx="320">
                  <c:v>1</c:v>
                </c:pt>
                <c:pt idx="321">
                  <c:v>0</c:v>
                </c:pt>
                <c:pt idx="322">
                  <c:v>1</c:v>
                </c:pt>
                <c:pt idx="323">
                  <c:v>3</c:v>
                </c:pt>
                <c:pt idx="324">
                  <c:v>2</c:v>
                </c:pt>
                <c:pt idx="325">
                  <c:v>2</c:v>
                </c:pt>
                <c:pt idx="326">
                  <c:v>0</c:v>
                </c:pt>
                <c:pt idx="327">
                  <c:v>4</c:v>
                </c:pt>
                <c:pt idx="328">
                  <c:v>1</c:v>
                </c:pt>
                <c:pt idx="329">
                  <c:v>3</c:v>
                </c:pt>
                <c:pt idx="330">
                  <c:v>4</c:v>
                </c:pt>
                <c:pt idx="331">
                  <c:v>2</c:v>
                </c:pt>
                <c:pt idx="332">
                  <c:v>1</c:v>
                </c:pt>
                <c:pt idx="333">
                  <c:v>3</c:v>
                </c:pt>
                <c:pt idx="334">
                  <c:v>0</c:v>
                </c:pt>
                <c:pt idx="335">
                  <c:v>0</c:v>
                </c:pt>
                <c:pt idx="336">
                  <c:v>3</c:v>
                </c:pt>
                <c:pt idx="337">
                  <c:v>2</c:v>
                </c:pt>
                <c:pt idx="338">
                  <c:v>1</c:v>
                </c:pt>
                <c:pt idx="339">
                  <c:v>2</c:v>
                </c:pt>
                <c:pt idx="340">
                  <c:v>4</c:v>
                </c:pt>
                <c:pt idx="341">
                  <c:v>1</c:v>
                </c:pt>
                <c:pt idx="342">
                  <c:v>3</c:v>
                </c:pt>
                <c:pt idx="343">
                  <c:v>2</c:v>
                </c:pt>
                <c:pt idx="344">
                  <c:v>2</c:v>
                </c:pt>
                <c:pt idx="345">
                  <c:v>4</c:v>
                </c:pt>
                <c:pt idx="346">
                  <c:v>4</c:v>
                </c:pt>
                <c:pt idx="347">
                  <c:v>4</c:v>
                </c:pt>
                <c:pt idx="348">
                  <c:v>3</c:v>
                </c:pt>
                <c:pt idx="349">
                  <c:v>2</c:v>
                </c:pt>
                <c:pt idx="350">
                  <c:v>0</c:v>
                </c:pt>
                <c:pt idx="351">
                  <c:v>2</c:v>
                </c:pt>
                <c:pt idx="352">
                  <c:v>2</c:v>
                </c:pt>
                <c:pt idx="353">
                  <c:v>4</c:v>
                </c:pt>
                <c:pt idx="354">
                  <c:v>1</c:v>
                </c:pt>
                <c:pt idx="355">
                  <c:v>4</c:v>
                </c:pt>
                <c:pt idx="356">
                  <c:v>1</c:v>
                </c:pt>
                <c:pt idx="357">
                  <c:v>2</c:v>
                </c:pt>
                <c:pt idx="358">
                  <c:v>2</c:v>
                </c:pt>
                <c:pt idx="359">
                  <c:v>0</c:v>
                </c:pt>
                <c:pt idx="360">
                  <c:v>1</c:v>
                </c:pt>
                <c:pt idx="361">
                  <c:v>2</c:v>
                </c:pt>
                <c:pt idx="362">
                  <c:v>4</c:v>
                </c:pt>
                <c:pt idx="363">
                  <c:v>2</c:v>
                </c:pt>
                <c:pt idx="364">
                  <c:v>2</c:v>
                </c:pt>
                <c:pt idx="365">
                  <c:v>2</c:v>
                </c:pt>
                <c:pt idx="366">
                  <c:v>2</c:v>
                </c:pt>
                <c:pt idx="367">
                  <c:v>0</c:v>
                </c:pt>
                <c:pt idx="368">
                  <c:v>0</c:v>
                </c:pt>
                <c:pt idx="369">
                  <c:v>2</c:v>
                </c:pt>
                <c:pt idx="370">
                  <c:v>1</c:v>
                </c:pt>
                <c:pt idx="371">
                  <c:v>0</c:v>
                </c:pt>
                <c:pt idx="372">
                  <c:v>4</c:v>
                </c:pt>
                <c:pt idx="373">
                  <c:v>3</c:v>
                </c:pt>
                <c:pt idx="374">
                  <c:v>3</c:v>
                </c:pt>
                <c:pt idx="375">
                  <c:v>1</c:v>
                </c:pt>
                <c:pt idx="376">
                  <c:v>2</c:v>
                </c:pt>
                <c:pt idx="377">
                  <c:v>1</c:v>
                </c:pt>
                <c:pt idx="378">
                  <c:v>4</c:v>
                </c:pt>
                <c:pt idx="379">
                  <c:v>4</c:v>
                </c:pt>
                <c:pt idx="380">
                  <c:v>3</c:v>
                </c:pt>
                <c:pt idx="381">
                  <c:v>4</c:v>
                </c:pt>
                <c:pt idx="382">
                  <c:v>0</c:v>
                </c:pt>
                <c:pt idx="383">
                  <c:v>1</c:v>
                </c:pt>
                <c:pt idx="384">
                  <c:v>2</c:v>
                </c:pt>
                <c:pt idx="385">
                  <c:v>3</c:v>
                </c:pt>
                <c:pt idx="386">
                  <c:v>2</c:v>
                </c:pt>
                <c:pt idx="387">
                  <c:v>3</c:v>
                </c:pt>
                <c:pt idx="388">
                  <c:v>4</c:v>
                </c:pt>
                <c:pt idx="389">
                  <c:v>2</c:v>
                </c:pt>
                <c:pt idx="390">
                  <c:v>2</c:v>
                </c:pt>
                <c:pt idx="391">
                  <c:v>3</c:v>
                </c:pt>
                <c:pt idx="392">
                  <c:v>3</c:v>
                </c:pt>
                <c:pt idx="393">
                  <c:v>2</c:v>
                </c:pt>
                <c:pt idx="394">
                  <c:v>3</c:v>
                </c:pt>
                <c:pt idx="395">
                  <c:v>1</c:v>
                </c:pt>
                <c:pt idx="396">
                  <c:v>1</c:v>
                </c:pt>
                <c:pt idx="397">
                  <c:v>0</c:v>
                </c:pt>
                <c:pt idx="398">
                  <c:v>3</c:v>
                </c:pt>
                <c:pt idx="399">
                  <c:v>3</c:v>
                </c:pt>
                <c:pt idx="400">
                  <c:v>0</c:v>
                </c:pt>
                <c:pt idx="401">
                  <c:v>2</c:v>
                </c:pt>
                <c:pt idx="402">
                  <c:v>0</c:v>
                </c:pt>
                <c:pt idx="403">
                  <c:v>0</c:v>
                </c:pt>
                <c:pt idx="404">
                  <c:v>3</c:v>
                </c:pt>
                <c:pt idx="405">
                  <c:v>0</c:v>
                </c:pt>
                <c:pt idx="406">
                  <c:v>4</c:v>
                </c:pt>
                <c:pt idx="407">
                  <c:v>0</c:v>
                </c:pt>
                <c:pt idx="408">
                  <c:v>1</c:v>
                </c:pt>
                <c:pt idx="409">
                  <c:v>2</c:v>
                </c:pt>
                <c:pt idx="410">
                  <c:v>3</c:v>
                </c:pt>
                <c:pt idx="411">
                  <c:v>4</c:v>
                </c:pt>
                <c:pt idx="412">
                  <c:v>0</c:v>
                </c:pt>
                <c:pt idx="413">
                  <c:v>4</c:v>
                </c:pt>
                <c:pt idx="414">
                  <c:v>0</c:v>
                </c:pt>
                <c:pt idx="415">
                  <c:v>3</c:v>
                </c:pt>
                <c:pt idx="416">
                  <c:v>0</c:v>
                </c:pt>
                <c:pt idx="417">
                  <c:v>0</c:v>
                </c:pt>
                <c:pt idx="418">
                  <c:v>3</c:v>
                </c:pt>
                <c:pt idx="419">
                  <c:v>1</c:v>
                </c:pt>
                <c:pt idx="420">
                  <c:v>3</c:v>
                </c:pt>
                <c:pt idx="421">
                  <c:v>4</c:v>
                </c:pt>
                <c:pt idx="422">
                  <c:v>4</c:v>
                </c:pt>
                <c:pt idx="423">
                  <c:v>2</c:v>
                </c:pt>
                <c:pt idx="424">
                  <c:v>3</c:v>
                </c:pt>
                <c:pt idx="425">
                  <c:v>4</c:v>
                </c:pt>
                <c:pt idx="426">
                  <c:v>3</c:v>
                </c:pt>
                <c:pt idx="427">
                  <c:v>0</c:v>
                </c:pt>
                <c:pt idx="428">
                  <c:v>2</c:v>
                </c:pt>
                <c:pt idx="429">
                  <c:v>4</c:v>
                </c:pt>
                <c:pt idx="430">
                  <c:v>4</c:v>
                </c:pt>
                <c:pt idx="431">
                  <c:v>1</c:v>
                </c:pt>
                <c:pt idx="432">
                  <c:v>3</c:v>
                </c:pt>
                <c:pt idx="433">
                  <c:v>4</c:v>
                </c:pt>
                <c:pt idx="434">
                  <c:v>4</c:v>
                </c:pt>
                <c:pt idx="435">
                  <c:v>4</c:v>
                </c:pt>
                <c:pt idx="436">
                  <c:v>2</c:v>
                </c:pt>
                <c:pt idx="437">
                  <c:v>3</c:v>
                </c:pt>
                <c:pt idx="438">
                  <c:v>3</c:v>
                </c:pt>
                <c:pt idx="439">
                  <c:v>2</c:v>
                </c:pt>
                <c:pt idx="440">
                  <c:v>4</c:v>
                </c:pt>
                <c:pt idx="441">
                  <c:v>2</c:v>
                </c:pt>
                <c:pt idx="442">
                  <c:v>0</c:v>
                </c:pt>
                <c:pt idx="443">
                  <c:v>1</c:v>
                </c:pt>
                <c:pt idx="444">
                  <c:v>2</c:v>
                </c:pt>
                <c:pt idx="445">
                  <c:v>3</c:v>
                </c:pt>
                <c:pt idx="446">
                  <c:v>4</c:v>
                </c:pt>
                <c:pt idx="447">
                  <c:v>4</c:v>
                </c:pt>
                <c:pt idx="448">
                  <c:v>4</c:v>
                </c:pt>
                <c:pt idx="449">
                  <c:v>3</c:v>
                </c:pt>
                <c:pt idx="450">
                  <c:v>0</c:v>
                </c:pt>
                <c:pt idx="451">
                  <c:v>1</c:v>
                </c:pt>
                <c:pt idx="452">
                  <c:v>1</c:v>
                </c:pt>
                <c:pt idx="453">
                  <c:v>2</c:v>
                </c:pt>
                <c:pt idx="454">
                  <c:v>2</c:v>
                </c:pt>
                <c:pt idx="455">
                  <c:v>1</c:v>
                </c:pt>
                <c:pt idx="456">
                  <c:v>3</c:v>
                </c:pt>
                <c:pt idx="457">
                  <c:v>2</c:v>
                </c:pt>
                <c:pt idx="458">
                  <c:v>4</c:v>
                </c:pt>
                <c:pt idx="459">
                  <c:v>4</c:v>
                </c:pt>
                <c:pt idx="460">
                  <c:v>3</c:v>
                </c:pt>
                <c:pt idx="461">
                  <c:v>2</c:v>
                </c:pt>
                <c:pt idx="462">
                  <c:v>4</c:v>
                </c:pt>
                <c:pt idx="463">
                  <c:v>4</c:v>
                </c:pt>
                <c:pt idx="464">
                  <c:v>1</c:v>
                </c:pt>
                <c:pt idx="465">
                  <c:v>1</c:v>
                </c:pt>
                <c:pt idx="466">
                  <c:v>4</c:v>
                </c:pt>
                <c:pt idx="467">
                  <c:v>4</c:v>
                </c:pt>
                <c:pt idx="468">
                  <c:v>2</c:v>
                </c:pt>
                <c:pt idx="469">
                  <c:v>3</c:v>
                </c:pt>
                <c:pt idx="470">
                  <c:v>1</c:v>
                </c:pt>
                <c:pt idx="471">
                  <c:v>2</c:v>
                </c:pt>
                <c:pt idx="472">
                  <c:v>2</c:v>
                </c:pt>
                <c:pt idx="473">
                  <c:v>4</c:v>
                </c:pt>
                <c:pt idx="474">
                  <c:v>1</c:v>
                </c:pt>
                <c:pt idx="475">
                  <c:v>3</c:v>
                </c:pt>
                <c:pt idx="476">
                  <c:v>1</c:v>
                </c:pt>
                <c:pt idx="477">
                  <c:v>3</c:v>
                </c:pt>
                <c:pt idx="478">
                  <c:v>1</c:v>
                </c:pt>
                <c:pt idx="479">
                  <c:v>1</c:v>
                </c:pt>
                <c:pt idx="480">
                  <c:v>2</c:v>
                </c:pt>
                <c:pt idx="481">
                  <c:v>4</c:v>
                </c:pt>
                <c:pt idx="482">
                  <c:v>1</c:v>
                </c:pt>
                <c:pt idx="483">
                  <c:v>3</c:v>
                </c:pt>
                <c:pt idx="484">
                  <c:v>3</c:v>
                </c:pt>
                <c:pt idx="485">
                  <c:v>0</c:v>
                </c:pt>
                <c:pt idx="486">
                  <c:v>1</c:v>
                </c:pt>
                <c:pt idx="487">
                  <c:v>3</c:v>
                </c:pt>
                <c:pt idx="488">
                  <c:v>3</c:v>
                </c:pt>
                <c:pt idx="489">
                  <c:v>0</c:v>
                </c:pt>
                <c:pt idx="490">
                  <c:v>1</c:v>
                </c:pt>
                <c:pt idx="491">
                  <c:v>2</c:v>
                </c:pt>
                <c:pt idx="492">
                  <c:v>3</c:v>
                </c:pt>
                <c:pt idx="493">
                  <c:v>0</c:v>
                </c:pt>
                <c:pt idx="494">
                  <c:v>0</c:v>
                </c:pt>
                <c:pt idx="495">
                  <c:v>1</c:v>
                </c:pt>
                <c:pt idx="496">
                  <c:v>1</c:v>
                </c:pt>
                <c:pt idx="497">
                  <c:v>0</c:v>
                </c:pt>
                <c:pt idx="498">
                  <c:v>4</c:v>
                </c:pt>
                <c:pt idx="499">
                  <c:v>0</c:v>
                </c:pt>
                <c:pt idx="500">
                  <c:v>1</c:v>
                </c:pt>
                <c:pt idx="501">
                  <c:v>2</c:v>
                </c:pt>
                <c:pt idx="502">
                  <c:v>0</c:v>
                </c:pt>
                <c:pt idx="503">
                  <c:v>1</c:v>
                </c:pt>
                <c:pt idx="504">
                  <c:v>0</c:v>
                </c:pt>
                <c:pt idx="505">
                  <c:v>1</c:v>
                </c:pt>
                <c:pt idx="506">
                  <c:v>3</c:v>
                </c:pt>
                <c:pt idx="507">
                  <c:v>2</c:v>
                </c:pt>
                <c:pt idx="508">
                  <c:v>1</c:v>
                </c:pt>
                <c:pt idx="509">
                  <c:v>3</c:v>
                </c:pt>
                <c:pt idx="510">
                  <c:v>2</c:v>
                </c:pt>
                <c:pt idx="511">
                  <c:v>4</c:v>
                </c:pt>
                <c:pt idx="512">
                  <c:v>2</c:v>
                </c:pt>
                <c:pt idx="513">
                  <c:v>0</c:v>
                </c:pt>
                <c:pt idx="514">
                  <c:v>3</c:v>
                </c:pt>
                <c:pt idx="515">
                  <c:v>0</c:v>
                </c:pt>
                <c:pt idx="516">
                  <c:v>3</c:v>
                </c:pt>
                <c:pt idx="517">
                  <c:v>3</c:v>
                </c:pt>
                <c:pt idx="518">
                  <c:v>4</c:v>
                </c:pt>
                <c:pt idx="519">
                  <c:v>3</c:v>
                </c:pt>
                <c:pt idx="520">
                  <c:v>1</c:v>
                </c:pt>
                <c:pt idx="521">
                  <c:v>2</c:v>
                </c:pt>
                <c:pt idx="522">
                  <c:v>4</c:v>
                </c:pt>
                <c:pt idx="523">
                  <c:v>4</c:v>
                </c:pt>
                <c:pt idx="524">
                  <c:v>2</c:v>
                </c:pt>
                <c:pt idx="525">
                  <c:v>4</c:v>
                </c:pt>
                <c:pt idx="526">
                  <c:v>0</c:v>
                </c:pt>
                <c:pt idx="527">
                  <c:v>3</c:v>
                </c:pt>
                <c:pt idx="528">
                  <c:v>1</c:v>
                </c:pt>
                <c:pt idx="529">
                  <c:v>2</c:v>
                </c:pt>
                <c:pt idx="530">
                  <c:v>1</c:v>
                </c:pt>
                <c:pt idx="531">
                  <c:v>1</c:v>
                </c:pt>
                <c:pt idx="532">
                  <c:v>0</c:v>
                </c:pt>
                <c:pt idx="533">
                  <c:v>0</c:v>
                </c:pt>
                <c:pt idx="534">
                  <c:v>2</c:v>
                </c:pt>
                <c:pt idx="535">
                  <c:v>3</c:v>
                </c:pt>
                <c:pt idx="536">
                  <c:v>3</c:v>
                </c:pt>
                <c:pt idx="537">
                  <c:v>3</c:v>
                </c:pt>
                <c:pt idx="538">
                  <c:v>1</c:v>
                </c:pt>
                <c:pt idx="539">
                  <c:v>3</c:v>
                </c:pt>
                <c:pt idx="540">
                  <c:v>0</c:v>
                </c:pt>
                <c:pt idx="541">
                  <c:v>2</c:v>
                </c:pt>
                <c:pt idx="542">
                  <c:v>3</c:v>
                </c:pt>
                <c:pt idx="543">
                  <c:v>4</c:v>
                </c:pt>
                <c:pt idx="544">
                  <c:v>3</c:v>
                </c:pt>
                <c:pt idx="545">
                  <c:v>1</c:v>
                </c:pt>
                <c:pt idx="546">
                  <c:v>4</c:v>
                </c:pt>
                <c:pt idx="547">
                  <c:v>4</c:v>
                </c:pt>
                <c:pt idx="548">
                  <c:v>0</c:v>
                </c:pt>
                <c:pt idx="549">
                  <c:v>3</c:v>
                </c:pt>
                <c:pt idx="550">
                  <c:v>1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2</c:v>
                </c:pt>
                <c:pt idx="555">
                  <c:v>1</c:v>
                </c:pt>
                <c:pt idx="556">
                  <c:v>0</c:v>
                </c:pt>
                <c:pt idx="557">
                  <c:v>3</c:v>
                </c:pt>
                <c:pt idx="558">
                  <c:v>1</c:v>
                </c:pt>
                <c:pt idx="559">
                  <c:v>1</c:v>
                </c:pt>
                <c:pt idx="560">
                  <c:v>3</c:v>
                </c:pt>
                <c:pt idx="561">
                  <c:v>1</c:v>
                </c:pt>
                <c:pt idx="562">
                  <c:v>3</c:v>
                </c:pt>
                <c:pt idx="563">
                  <c:v>0</c:v>
                </c:pt>
                <c:pt idx="564">
                  <c:v>3</c:v>
                </c:pt>
                <c:pt idx="565">
                  <c:v>4</c:v>
                </c:pt>
                <c:pt idx="566">
                  <c:v>4</c:v>
                </c:pt>
                <c:pt idx="567">
                  <c:v>1</c:v>
                </c:pt>
                <c:pt idx="568">
                  <c:v>4</c:v>
                </c:pt>
                <c:pt idx="569">
                  <c:v>3</c:v>
                </c:pt>
                <c:pt idx="570">
                  <c:v>3</c:v>
                </c:pt>
                <c:pt idx="571">
                  <c:v>1</c:v>
                </c:pt>
                <c:pt idx="572">
                  <c:v>3</c:v>
                </c:pt>
                <c:pt idx="573">
                  <c:v>4</c:v>
                </c:pt>
                <c:pt idx="574">
                  <c:v>1</c:v>
                </c:pt>
                <c:pt idx="575">
                  <c:v>4</c:v>
                </c:pt>
                <c:pt idx="576">
                  <c:v>1</c:v>
                </c:pt>
                <c:pt idx="577">
                  <c:v>1</c:v>
                </c:pt>
                <c:pt idx="578">
                  <c:v>1</c:v>
                </c:pt>
                <c:pt idx="579">
                  <c:v>0</c:v>
                </c:pt>
                <c:pt idx="580">
                  <c:v>2</c:v>
                </c:pt>
                <c:pt idx="581">
                  <c:v>2</c:v>
                </c:pt>
                <c:pt idx="582">
                  <c:v>3</c:v>
                </c:pt>
                <c:pt idx="583">
                  <c:v>0</c:v>
                </c:pt>
                <c:pt idx="584">
                  <c:v>4</c:v>
                </c:pt>
                <c:pt idx="585">
                  <c:v>2</c:v>
                </c:pt>
                <c:pt idx="586">
                  <c:v>4</c:v>
                </c:pt>
                <c:pt idx="587">
                  <c:v>4</c:v>
                </c:pt>
                <c:pt idx="588">
                  <c:v>2</c:v>
                </c:pt>
                <c:pt idx="589">
                  <c:v>3</c:v>
                </c:pt>
                <c:pt idx="590">
                  <c:v>0</c:v>
                </c:pt>
                <c:pt idx="591">
                  <c:v>2</c:v>
                </c:pt>
                <c:pt idx="592">
                  <c:v>4</c:v>
                </c:pt>
                <c:pt idx="593">
                  <c:v>2</c:v>
                </c:pt>
                <c:pt idx="594">
                  <c:v>2</c:v>
                </c:pt>
                <c:pt idx="595">
                  <c:v>2</c:v>
                </c:pt>
                <c:pt idx="596">
                  <c:v>3</c:v>
                </c:pt>
                <c:pt idx="597">
                  <c:v>1</c:v>
                </c:pt>
                <c:pt idx="598">
                  <c:v>1</c:v>
                </c:pt>
                <c:pt idx="599">
                  <c:v>4</c:v>
                </c:pt>
                <c:pt idx="600">
                  <c:v>4</c:v>
                </c:pt>
                <c:pt idx="601">
                  <c:v>1</c:v>
                </c:pt>
                <c:pt idx="602">
                  <c:v>0</c:v>
                </c:pt>
                <c:pt idx="603">
                  <c:v>4</c:v>
                </c:pt>
                <c:pt idx="604">
                  <c:v>0</c:v>
                </c:pt>
                <c:pt idx="605">
                  <c:v>2</c:v>
                </c:pt>
                <c:pt idx="606">
                  <c:v>2</c:v>
                </c:pt>
                <c:pt idx="607">
                  <c:v>1</c:v>
                </c:pt>
                <c:pt idx="608">
                  <c:v>2</c:v>
                </c:pt>
                <c:pt idx="609">
                  <c:v>2</c:v>
                </c:pt>
                <c:pt idx="610">
                  <c:v>0</c:v>
                </c:pt>
                <c:pt idx="611">
                  <c:v>2</c:v>
                </c:pt>
                <c:pt idx="612">
                  <c:v>3</c:v>
                </c:pt>
                <c:pt idx="613">
                  <c:v>3</c:v>
                </c:pt>
                <c:pt idx="614">
                  <c:v>2</c:v>
                </c:pt>
                <c:pt idx="615">
                  <c:v>3</c:v>
                </c:pt>
                <c:pt idx="616">
                  <c:v>4</c:v>
                </c:pt>
                <c:pt idx="617">
                  <c:v>2</c:v>
                </c:pt>
                <c:pt idx="618">
                  <c:v>2</c:v>
                </c:pt>
                <c:pt idx="619">
                  <c:v>3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3</c:v>
                </c:pt>
                <c:pt idx="624">
                  <c:v>0</c:v>
                </c:pt>
                <c:pt idx="625">
                  <c:v>0</c:v>
                </c:pt>
                <c:pt idx="626">
                  <c:v>1</c:v>
                </c:pt>
                <c:pt idx="627">
                  <c:v>4</c:v>
                </c:pt>
                <c:pt idx="628">
                  <c:v>3</c:v>
                </c:pt>
                <c:pt idx="629">
                  <c:v>4</c:v>
                </c:pt>
                <c:pt idx="630">
                  <c:v>3</c:v>
                </c:pt>
                <c:pt idx="631">
                  <c:v>4</c:v>
                </c:pt>
                <c:pt idx="632">
                  <c:v>3</c:v>
                </c:pt>
                <c:pt idx="633">
                  <c:v>4</c:v>
                </c:pt>
                <c:pt idx="634">
                  <c:v>4</c:v>
                </c:pt>
                <c:pt idx="635">
                  <c:v>3</c:v>
                </c:pt>
                <c:pt idx="636">
                  <c:v>4</c:v>
                </c:pt>
                <c:pt idx="637">
                  <c:v>2</c:v>
                </c:pt>
                <c:pt idx="638">
                  <c:v>2</c:v>
                </c:pt>
                <c:pt idx="639">
                  <c:v>3</c:v>
                </c:pt>
                <c:pt idx="640">
                  <c:v>3</c:v>
                </c:pt>
                <c:pt idx="641">
                  <c:v>1</c:v>
                </c:pt>
                <c:pt idx="642">
                  <c:v>0</c:v>
                </c:pt>
                <c:pt idx="643">
                  <c:v>2</c:v>
                </c:pt>
                <c:pt idx="644">
                  <c:v>0</c:v>
                </c:pt>
                <c:pt idx="645">
                  <c:v>4</c:v>
                </c:pt>
                <c:pt idx="646">
                  <c:v>4</c:v>
                </c:pt>
                <c:pt idx="647">
                  <c:v>1</c:v>
                </c:pt>
                <c:pt idx="648">
                  <c:v>0</c:v>
                </c:pt>
                <c:pt idx="649">
                  <c:v>2</c:v>
                </c:pt>
                <c:pt idx="650">
                  <c:v>0</c:v>
                </c:pt>
                <c:pt idx="651">
                  <c:v>3</c:v>
                </c:pt>
                <c:pt idx="652">
                  <c:v>2</c:v>
                </c:pt>
                <c:pt idx="653">
                  <c:v>2</c:v>
                </c:pt>
                <c:pt idx="654">
                  <c:v>4</c:v>
                </c:pt>
                <c:pt idx="655">
                  <c:v>2</c:v>
                </c:pt>
                <c:pt idx="656">
                  <c:v>1</c:v>
                </c:pt>
                <c:pt idx="657">
                  <c:v>0</c:v>
                </c:pt>
                <c:pt idx="658">
                  <c:v>4</c:v>
                </c:pt>
                <c:pt idx="659">
                  <c:v>3</c:v>
                </c:pt>
                <c:pt idx="660">
                  <c:v>1</c:v>
                </c:pt>
                <c:pt idx="661">
                  <c:v>3</c:v>
                </c:pt>
                <c:pt idx="662">
                  <c:v>4</c:v>
                </c:pt>
                <c:pt idx="663">
                  <c:v>3</c:v>
                </c:pt>
                <c:pt idx="664">
                  <c:v>0</c:v>
                </c:pt>
                <c:pt idx="665">
                  <c:v>1</c:v>
                </c:pt>
                <c:pt idx="666">
                  <c:v>0</c:v>
                </c:pt>
                <c:pt idx="667">
                  <c:v>4</c:v>
                </c:pt>
                <c:pt idx="668">
                  <c:v>0</c:v>
                </c:pt>
                <c:pt idx="669">
                  <c:v>4</c:v>
                </c:pt>
                <c:pt idx="670">
                  <c:v>3</c:v>
                </c:pt>
                <c:pt idx="671">
                  <c:v>0</c:v>
                </c:pt>
                <c:pt idx="672">
                  <c:v>4</c:v>
                </c:pt>
                <c:pt idx="673">
                  <c:v>2</c:v>
                </c:pt>
                <c:pt idx="674">
                  <c:v>1</c:v>
                </c:pt>
                <c:pt idx="675">
                  <c:v>1</c:v>
                </c:pt>
                <c:pt idx="676">
                  <c:v>4</c:v>
                </c:pt>
                <c:pt idx="677">
                  <c:v>0</c:v>
                </c:pt>
                <c:pt idx="678">
                  <c:v>2</c:v>
                </c:pt>
                <c:pt idx="679">
                  <c:v>0</c:v>
                </c:pt>
                <c:pt idx="680">
                  <c:v>0</c:v>
                </c:pt>
                <c:pt idx="681">
                  <c:v>1</c:v>
                </c:pt>
                <c:pt idx="682">
                  <c:v>1</c:v>
                </c:pt>
                <c:pt idx="683">
                  <c:v>2</c:v>
                </c:pt>
                <c:pt idx="684">
                  <c:v>4</c:v>
                </c:pt>
                <c:pt idx="685">
                  <c:v>1</c:v>
                </c:pt>
                <c:pt idx="686">
                  <c:v>0</c:v>
                </c:pt>
                <c:pt idx="687">
                  <c:v>2</c:v>
                </c:pt>
                <c:pt idx="688">
                  <c:v>2</c:v>
                </c:pt>
                <c:pt idx="689">
                  <c:v>2</c:v>
                </c:pt>
                <c:pt idx="690">
                  <c:v>4</c:v>
                </c:pt>
                <c:pt idx="691">
                  <c:v>0</c:v>
                </c:pt>
                <c:pt idx="692">
                  <c:v>3</c:v>
                </c:pt>
                <c:pt idx="693">
                  <c:v>3</c:v>
                </c:pt>
                <c:pt idx="694">
                  <c:v>1</c:v>
                </c:pt>
                <c:pt idx="695">
                  <c:v>1</c:v>
                </c:pt>
                <c:pt idx="696">
                  <c:v>4</c:v>
                </c:pt>
                <c:pt idx="697">
                  <c:v>1</c:v>
                </c:pt>
                <c:pt idx="698">
                  <c:v>1</c:v>
                </c:pt>
                <c:pt idx="699">
                  <c:v>1</c:v>
                </c:pt>
                <c:pt idx="700">
                  <c:v>4</c:v>
                </c:pt>
                <c:pt idx="701">
                  <c:v>2</c:v>
                </c:pt>
                <c:pt idx="702">
                  <c:v>0</c:v>
                </c:pt>
                <c:pt idx="703">
                  <c:v>2</c:v>
                </c:pt>
                <c:pt idx="704">
                  <c:v>2</c:v>
                </c:pt>
                <c:pt idx="705">
                  <c:v>0</c:v>
                </c:pt>
                <c:pt idx="706">
                  <c:v>4</c:v>
                </c:pt>
                <c:pt idx="707">
                  <c:v>0</c:v>
                </c:pt>
                <c:pt idx="708">
                  <c:v>0</c:v>
                </c:pt>
                <c:pt idx="709">
                  <c:v>3</c:v>
                </c:pt>
                <c:pt idx="710">
                  <c:v>4</c:v>
                </c:pt>
                <c:pt idx="711">
                  <c:v>2</c:v>
                </c:pt>
                <c:pt idx="712">
                  <c:v>0</c:v>
                </c:pt>
                <c:pt idx="713">
                  <c:v>4</c:v>
                </c:pt>
                <c:pt idx="714">
                  <c:v>4</c:v>
                </c:pt>
                <c:pt idx="715">
                  <c:v>4</c:v>
                </c:pt>
                <c:pt idx="716">
                  <c:v>4</c:v>
                </c:pt>
                <c:pt idx="717">
                  <c:v>2</c:v>
                </c:pt>
                <c:pt idx="718">
                  <c:v>4</c:v>
                </c:pt>
                <c:pt idx="719">
                  <c:v>2</c:v>
                </c:pt>
                <c:pt idx="720">
                  <c:v>2</c:v>
                </c:pt>
                <c:pt idx="721">
                  <c:v>4</c:v>
                </c:pt>
                <c:pt idx="722">
                  <c:v>3</c:v>
                </c:pt>
                <c:pt idx="723">
                  <c:v>3</c:v>
                </c:pt>
                <c:pt idx="724">
                  <c:v>4</c:v>
                </c:pt>
                <c:pt idx="725">
                  <c:v>2</c:v>
                </c:pt>
                <c:pt idx="726">
                  <c:v>1</c:v>
                </c:pt>
                <c:pt idx="727">
                  <c:v>1</c:v>
                </c:pt>
                <c:pt idx="728">
                  <c:v>2</c:v>
                </c:pt>
                <c:pt idx="729">
                  <c:v>0</c:v>
                </c:pt>
                <c:pt idx="730">
                  <c:v>3</c:v>
                </c:pt>
                <c:pt idx="731">
                  <c:v>4</c:v>
                </c:pt>
                <c:pt idx="732">
                  <c:v>1</c:v>
                </c:pt>
                <c:pt idx="733">
                  <c:v>1</c:v>
                </c:pt>
                <c:pt idx="734">
                  <c:v>3</c:v>
                </c:pt>
                <c:pt idx="735">
                  <c:v>1</c:v>
                </c:pt>
                <c:pt idx="736">
                  <c:v>1</c:v>
                </c:pt>
                <c:pt idx="737">
                  <c:v>2</c:v>
                </c:pt>
                <c:pt idx="738">
                  <c:v>2</c:v>
                </c:pt>
                <c:pt idx="739">
                  <c:v>1</c:v>
                </c:pt>
                <c:pt idx="740">
                  <c:v>4</c:v>
                </c:pt>
                <c:pt idx="741">
                  <c:v>1</c:v>
                </c:pt>
                <c:pt idx="742">
                  <c:v>1</c:v>
                </c:pt>
                <c:pt idx="743">
                  <c:v>1</c:v>
                </c:pt>
                <c:pt idx="744">
                  <c:v>1</c:v>
                </c:pt>
                <c:pt idx="745">
                  <c:v>1</c:v>
                </c:pt>
                <c:pt idx="746">
                  <c:v>0</c:v>
                </c:pt>
                <c:pt idx="747">
                  <c:v>3</c:v>
                </c:pt>
                <c:pt idx="748">
                  <c:v>1</c:v>
                </c:pt>
                <c:pt idx="749">
                  <c:v>1</c:v>
                </c:pt>
                <c:pt idx="750">
                  <c:v>3</c:v>
                </c:pt>
                <c:pt idx="751">
                  <c:v>4</c:v>
                </c:pt>
                <c:pt idx="752">
                  <c:v>2</c:v>
                </c:pt>
                <c:pt idx="753">
                  <c:v>3</c:v>
                </c:pt>
                <c:pt idx="754">
                  <c:v>2</c:v>
                </c:pt>
                <c:pt idx="755">
                  <c:v>0</c:v>
                </c:pt>
                <c:pt idx="756">
                  <c:v>3</c:v>
                </c:pt>
                <c:pt idx="757">
                  <c:v>4</c:v>
                </c:pt>
                <c:pt idx="758">
                  <c:v>2</c:v>
                </c:pt>
                <c:pt idx="759">
                  <c:v>3</c:v>
                </c:pt>
                <c:pt idx="760">
                  <c:v>2</c:v>
                </c:pt>
                <c:pt idx="761">
                  <c:v>1</c:v>
                </c:pt>
                <c:pt idx="762">
                  <c:v>3</c:v>
                </c:pt>
                <c:pt idx="763">
                  <c:v>3</c:v>
                </c:pt>
                <c:pt idx="764">
                  <c:v>4</c:v>
                </c:pt>
                <c:pt idx="765">
                  <c:v>0</c:v>
                </c:pt>
                <c:pt idx="766">
                  <c:v>1</c:v>
                </c:pt>
                <c:pt idx="767">
                  <c:v>1</c:v>
                </c:pt>
                <c:pt idx="768">
                  <c:v>3</c:v>
                </c:pt>
                <c:pt idx="769">
                  <c:v>1</c:v>
                </c:pt>
                <c:pt idx="770">
                  <c:v>4</c:v>
                </c:pt>
                <c:pt idx="771">
                  <c:v>4</c:v>
                </c:pt>
                <c:pt idx="772">
                  <c:v>3</c:v>
                </c:pt>
                <c:pt idx="773">
                  <c:v>1</c:v>
                </c:pt>
                <c:pt idx="774">
                  <c:v>4</c:v>
                </c:pt>
                <c:pt idx="775">
                  <c:v>0</c:v>
                </c:pt>
                <c:pt idx="776">
                  <c:v>4</c:v>
                </c:pt>
                <c:pt idx="777">
                  <c:v>1</c:v>
                </c:pt>
                <c:pt idx="778">
                  <c:v>2</c:v>
                </c:pt>
                <c:pt idx="779">
                  <c:v>2</c:v>
                </c:pt>
                <c:pt idx="780">
                  <c:v>4</c:v>
                </c:pt>
                <c:pt idx="781">
                  <c:v>0</c:v>
                </c:pt>
                <c:pt idx="782">
                  <c:v>3</c:v>
                </c:pt>
                <c:pt idx="783">
                  <c:v>1</c:v>
                </c:pt>
                <c:pt idx="784">
                  <c:v>4</c:v>
                </c:pt>
                <c:pt idx="785">
                  <c:v>1</c:v>
                </c:pt>
                <c:pt idx="786">
                  <c:v>1</c:v>
                </c:pt>
                <c:pt idx="787">
                  <c:v>1</c:v>
                </c:pt>
                <c:pt idx="788">
                  <c:v>4</c:v>
                </c:pt>
                <c:pt idx="789">
                  <c:v>1</c:v>
                </c:pt>
                <c:pt idx="790">
                  <c:v>0</c:v>
                </c:pt>
                <c:pt idx="791">
                  <c:v>4</c:v>
                </c:pt>
                <c:pt idx="792">
                  <c:v>4</c:v>
                </c:pt>
                <c:pt idx="793">
                  <c:v>4</c:v>
                </c:pt>
                <c:pt idx="794">
                  <c:v>0</c:v>
                </c:pt>
                <c:pt idx="795">
                  <c:v>2</c:v>
                </c:pt>
                <c:pt idx="796">
                  <c:v>1</c:v>
                </c:pt>
                <c:pt idx="797">
                  <c:v>1</c:v>
                </c:pt>
                <c:pt idx="798">
                  <c:v>3</c:v>
                </c:pt>
                <c:pt idx="799">
                  <c:v>3</c:v>
                </c:pt>
                <c:pt idx="800">
                  <c:v>0</c:v>
                </c:pt>
                <c:pt idx="801">
                  <c:v>0</c:v>
                </c:pt>
                <c:pt idx="802">
                  <c:v>2</c:v>
                </c:pt>
                <c:pt idx="803">
                  <c:v>3</c:v>
                </c:pt>
                <c:pt idx="804">
                  <c:v>4</c:v>
                </c:pt>
                <c:pt idx="805">
                  <c:v>4</c:v>
                </c:pt>
                <c:pt idx="806">
                  <c:v>2</c:v>
                </c:pt>
                <c:pt idx="807">
                  <c:v>3</c:v>
                </c:pt>
                <c:pt idx="808">
                  <c:v>2</c:v>
                </c:pt>
                <c:pt idx="809">
                  <c:v>0</c:v>
                </c:pt>
                <c:pt idx="810">
                  <c:v>1</c:v>
                </c:pt>
                <c:pt idx="811">
                  <c:v>2</c:v>
                </c:pt>
                <c:pt idx="812">
                  <c:v>1</c:v>
                </c:pt>
                <c:pt idx="813">
                  <c:v>4</c:v>
                </c:pt>
                <c:pt idx="814">
                  <c:v>0</c:v>
                </c:pt>
                <c:pt idx="815">
                  <c:v>2</c:v>
                </c:pt>
                <c:pt idx="816">
                  <c:v>4</c:v>
                </c:pt>
                <c:pt idx="817">
                  <c:v>4</c:v>
                </c:pt>
                <c:pt idx="818">
                  <c:v>1</c:v>
                </c:pt>
                <c:pt idx="819">
                  <c:v>3</c:v>
                </c:pt>
                <c:pt idx="820">
                  <c:v>0</c:v>
                </c:pt>
                <c:pt idx="821">
                  <c:v>2</c:v>
                </c:pt>
                <c:pt idx="822">
                  <c:v>0</c:v>
                </c:pt>
                <c:pt idx="823">
                  <c:v>4</c:v>
                </c:pt>
                <c:pt idx="824">
                  <c:v>1</c:v>
                </c:pt>
                <c:pt idx="825">
                  <c:v>4</c:v>
                </c:pt>
                <c:pt idx="826">
                  <c:v>1</c:v>
                </c:pt>
                <c:pt idx="827">
                  <c:v>2</c:v>
                </c:pt>
                <c:pt idx="828">
                  <c:v>0</c:v>
                </c:pt>
                <c:pt idx="829">
                  <c:v>3</c:v>
                </c:pt>
                <c:pt idx="830">
                  <c:v>0</c:v>
                </c:pt>
                <c:pt idx="831">
                  <c:v>2</c:v>
                </c:pt>
                <c:pt idx="832">
                  <c:v>2</c:v>
                </c:pt>
                <c:pt idx="833">
                  <c:v>2</c:v>
                </c:pt>
                <c:pt idx="834">
                  <c:v>1</c:v>
                </c:pt>
                <c:pt idx="835">
                  <c:v>4</c:v>
                </c:pt>
                <c:pt idx="836">
                  <c:v>1</c:v>
                </c:pt>
                <c:pt idx="837">
                  <c:v>4</c:v>
                </c:pt>
                <c:pt idx="838">
                  <c:v>2</c:v>
                </c:pt>
                <c:pt idx="839">
                  <c:v>4</c:v>
                </c:pt>
                <c:pt idx="840">
                  <c:v>2</c:v>
                </c:pt>
                <c:pt idx="841">
                  <c:v>4</c:v>
                </c:pt>
                <c:pt idx="842">
                  <c:v>3</c:v>
                </c:pt>
                <c:pt idx="843">
                  <c:v>4</c:v>
                </c:pt>
                <c:pt idx="844">
                  <c:v>1</c:v>
                </c:pt>
                <c:pt idx="845">
                  <c:v>3</c:v>
                </c:pt>
                <c:pt idx="846">
                  <c:v>0</c:v>
                </c:pt>
                <c:pt idx="847">
                  <c:v>0</c:v>
                </c:pt>
                <c:pt idx="848">
                  <c:v>4</c:v>
                </c:pt>
                <c:pt idx="849">
                  <c:v>0</c:v>
                </c:pt>
                <c:pt idx="850">
                  <c:v>2</c:v>
                </c:pt>
                <c:pt idx="851">
                  <c:v>2</c:v>
                </c:pt>
                <c:pt idx="852">
                  <c:v>1</c:v>
                </c:pt>
                <c:pt idx="853">
                  <c:v>4</c:v>
                </c:pt>
                <c:pt idx="854">
                  <c:v>0</c:v>
                </c:pt>
                <c:pt idx="855">
                  <c:v>3</c:v>
                </c:pt>
                <c:pt idx="856">
                  <c:v>4</c:v>
                </c:pt>
                <c:pt idx="857">
                  <c:v>0</c:v>
                </c:pt>
                <c:pt idx="858">
                  <c:v>1</c:v>
                </c:pt>
                <c:pt idx="859">
                  <c:v>2</c:v>
                </c:pt>
                <c:pt idx="860">
                  <c:v>0</c:v>
                </c:pt>
                <c:pt idx="861">
                  <c:v>3</c:v>
                </c:pt>
                <c:pt idx="862">
                  <c:v>2</c:v>
                </c:pt>
                <c:pt idx="863">
                  <c:v>4</c:v>
                </c:pt>
                <c:pt idx="864">
                  <c:v>3</c:v>
                </c:pt>
                <c:pt idx="865">
                  <c:v>2</c:v>
                </c:pt>
                <c:pt idx="866">
                  <c:v>2</c:v>
                </c:pt>
                <c:pt idx="867">
                  <c:v>3</c:v>
                </c:pt>
                <c:pt idx="868">
                  <c:v>3</c:v>
                </c:pt>
                <c:pt idx="869">
                  <c:v>0</c:v>
                </c:pt>
                <c:pt idx="870">
                  <c:v>2</c:v>
                </c:pt>
                <c:pt idx="871">
                  <c:v>1</c:v>
                </c:pt>
                <c:pt idx="872">
                  <c:v>4</c:v>
                </c:pt>
                <c:pt idx="873">
                  <c:v>3</c:v>
                </c:pt>
                <c:pt idx="874">
                  <c:v>2</c:v>
                </c:pt>
                <c:pt idx="875">
                  <c:v>1</c:v>
                </c:pt>
                <c:pt idx="876">
                  <c:v>4</c:v>
                </c:pt>
                <c:pt idx="877">
                  <c:v>1</c:v>
                </c:pt>
                <c:pt idx="878">
                  <c:v>4</c:v>
                </c:pt>
                <c:pt idx="879">
                  <c:v>0</c:v>
                </c:pt>
                <c:pt idx="880">
                  <c:v>4</c:v>
                </c:pt>
                <c:pt idx="881">
                  <c:v>3</c:v>
                </c:pt>
                <c:pt idx="882">
                  <c:v>0</c:v>
                </c:pt>
                <c:pt idx="883">
                  <c:v>0</c:v>
                </c:pt>
                <c:pt idx="884">
                  <c:v>4</c:v>
                </c:pt>
                <c:pt idx="885">
                  <c:v>2</c:v>
                </c:pt>
                <c:pt idx="886">
                  <c:v>4</c:v>
                </c:pt>
                <c:pt idx="887">
                  <c:v>1</c:v>
                </c:pt>
                <c:pt idx="888">
                  <c:v>2</c:v>
                </c:pt>
                <c:pt idx="889">
                  <c:v>3</c:v>
                </c:pt>
                <c:pt idx="890">
                  <c:v>4</c:v>
                </c:pt>
                <c:pt idx="891">
                  <c:v>2</c:v>
                </c:pt>
                <c:pt idx="892">
                  <c:v>0</c:v>
                </c:pt>
                <c:pt idx="893">
                  <c:v>0</c:v>
                </c:pt>
                <c:pt idx="894">
                  <c:v>3</c:v>
                </c:pt>
                <c:pt idx="895">
                  <c:v>3</c:v>
                </c:pt>
                <c:pt idx="896">
                  <c:v>2</c:v>
                </c:pt>
                <c:pt idx="897">
                  <c:v>2</c:v>
                </c:pt>
                <c:pt idx="898">
                  <c:v>4</c:v>
                </c:pt>
                <c:pt idx="899">
                  <c:v>3</c:v>
                </c:pt>
                <c:pt idx="900">
                  <c:v>4</c:v>
                </c:pt>
                <c:pt idx="901">
                  <c:v>0</c:v>
                </c:pt>
                <c:pt idx="902">
                  <c:v>3</c:v>
                </c:pt>
                <c:pt idx="903">
                  <c:v>0</c:v>
                </c:pt>
                <c:pt idx="904">
                  <c:v>2</c:v>
                </c:pt>
                <c:pt idx="905">
                  <c:v>4</c:v>
                </c:pt>
                <c:pt idx="906">
                  <c:v>1</c:v>
                </c:pt>
                <c:pt idx="907">
                  <c:v>1</c:v>
                </c:pt>
                <c:pt idx="908">
                  <c:v>2</c:v>
                </c:pt>
                <c:pt idx="909">
                  <c:v>1</c:v>
                </c:pt>
                <c:pt idx="910">
                  <c:v>3</c:v>
                </c:pt>
                <c:pt idx="911">
                  <c:v>2</c:v>
                </c:pt>
                <c:pt idx="912">
                  <c:v>2</c:v>
                </c:pt>
                <c:pt idx="913">
                  <c:v>2</c:v>
                </c:pt>
                <c:pt idx="914">
                  <c:v>4</c:v>
                </c:pt>
                <c:pt idx="915">
                  <c:v>3</c:v>
                </c:pt>
                <c:pt idx="916">
                  <c:v>3</c:v>
                </c:pt>
                <c:pt idx="917">
                  <c:v>1</c:v>
                </c:pt>
                <c:pt idx="918">
                  <c:v>1</c:v>
                </c:pt>
                <c:pt idx="919">
                  <c:v>1</c:v>
                </c:pt>
                <c:pt idx="920">
                  <c:v>4</c:v>
                </c:pt>
                <c:pt idx="921">
                  <c:v>1</c:v>
                </c:pt>
                <c:pt idx="922">
                  <c:v>3</c:v>
                </c:pt>
                <c:pt idx="923">
                  <c:v>4</c:v>
                </c:pt>
                <c:pt idx="924">
                  <c:v>0</c:v>
                </c:pt>
                <c:pt idx="925">
                  <c:v>4</c:v>
                </c:pt>
                <c:pt idx="926">
                  <c:v>3</c:v>
                </c:pt>
                <c:pt idx="927">
                  <c:v>2</c:v>
                </c:pt>
                <c:pt idx="928">
                  <c:v>0</c:v>
                </c:pt>
                <c:pt idx="929">
                  <c:v>1</c:v>
                </c:pt>
                <c:pt idx="930">
                  <c:v>1</c:v>
                </c:pt>
                <c:pt idx="931">
                  <c:v>2</c:v>
                </c:pt>
                <c:pt idx="932">
                  <c:v>2</c:v>
                </c:pt>
                <c:pt idx="933">
                  <c:v>0</c:v>
                </c:pt>
                <c:pt idx="934">
                  <c:v>0</c:v>
                </c:pt>
                <c:pt idx="935">
                  <c:v>1</c:v>
                </c:pt>
                <c:pt idx="936">
                  <c:v>2</c:v>
                </c:pt>
                <c:pt idx="937">
                  <c:v>1</c:v>
                </c:pt>
                <c:pt idx="938">
                  <c:v>3</c:v>
                </c:pt>
                <c:pt idx="939">
                  <c:v>4</c:v>
                </c:pt>
                <c:pt idx="940">
                  <c:v>4</c:v>
                </c:pt>
                <c:pt idx="941">
                  <c:v>1</c:v>
                </c:pt>
                <c:pt idx="942">
                  <c:v>2</c:v>
                </c:pt>
                <c:pt idx="943">
                  <c:v>0</c:v>
                </c:pt>
                <c:pt idx="944">
                  <c:v>4</c:v>
                </c:pt>
                <c:pt idx="945">
                  <c:v>0</c:v>
                </c:pt>
                <c:pt idx="946">
                  <c:v>4</c:v>
                </c:pt>
                <c:pt idx="947">
                  <c:v>1</c:v>
                </c:pt>
                <c:pt idx="948">
                  <c:v>1</c:v>
                </c:pt>
                <c:pt idx="949">
                  <c:v>4</c:v>
                </c:pt>
                <c:pt idx="950">
                  <c:v>3</c:v>
                </c:pt>
                <c:pt idx="951">
                  <c:v>4</c:v>
                </c:pt>
                <c:pt idx="952">
                  <c:v>3</c:v>
                </c:pt>
                <c:pt idx="953">
                  <c:v>4</c:v>
                </c:pt>
                <c:pt idx="954">
                  <c:v>0</c:v>
                </c:pt>
                <c:pt idx="955">
                  <c:v>3</c:v>
                </c:pt>
                <c:pt idx="956">
                  <c:v>3</c:v>
                </c:pt>
                <c:pt idx="957">
                  <c:v>2</c:v>
                </c:pt>
                <c:pt idx="958">
                  <c:v>4</c:v>
                </c:pt>
                <c:pt idx="959">
                  <c:v>3</c:v>
                </c:pt>
                <c:pt idx="960">
                  <c:v>2</c:v>
                </c:pt>
                <c:pt idx="961">
                  <c:v>2</c:v>
                </c:pt>
                <c:pt idx="962">
                  <c:v>3</c:v>
                </c:pt>
                <c:pt idx="963">
                  <c:v>0</c:v>
                </c:pt>
                <c:pt idx="964">
                  <c:v>4</c:v>
                </c:pt>
                <c:pt idx="965">
                  <c:v>2</c:v>
                </c:pt>
                <c:pt idx="966">
                  <c:v>3</c:v>
                </c:pt>
                <c:pt idx="967">
                  <c:v>3</c:v>
                </c:pt>
                <c:pt idx="968">
                  <c:v>0</c:v>
                </c:pt>
                <c:pt idx="969">
                  <c:v>2</c:v>
                </c:pt>
                <c:pt idx="970">
                  <c:v>1</c:v>
                </c:pt>
                <c:pt idx="971">
                  <c:v>4</c:v>
                </c:pt>
                <c:pt idx="972">
                  <c:v>1</c:v>
                </c:pt>
                <c:pt idx="973">
                  <c:v>1</c:v>
                </c:pt>
                <c:pt idx="974">
                  <c:v>3</c:v>
                </c:pt>
                <c:pt idx="975">
                  <c:v>2</c:v>
                </c:pt>
                <c:pt idx="976">
                  <c:v>2</c:v>
                </c:pt>
                <c:pt idx="977">
                  <c:v>2</c:v>
                </c:pt>
                <c:pt idx="978">
                  <c:v>4</c:v>
                </c:pt>
                <c:pt idx="979">
                  <c:v>3</c:v>
                </c:pt>
                <c:pt idx="980">
                  <c:v>1</c:v>
                </c:pt>
                <c:pt idx="981">
                  <c:v>0</c:v>
                </c:pt>
                <c:pt idx="982">
                  <c:v>3</c:v>
                </c:pt>
                <c:pt idx="983">
                  <c:v>4</c:v>
                </c:pt>
                <c:pt idx="984">
                  <c:v>3</c:v>
                </c:pt>
                <c:pt idx="985">
                  <c:v>4</c:v>
                </c:pt>
                <c:pt idx="986">
                  <c:v>1</c:v>
                </c:pt>
                <c:pt idx="987">
                  <c:v>1</c:v>
                </c:pt>
                <c:pt idx="988">
                  <c:v>3</c:v>
                </c:pt>
                <c:pt idx="989">
                  <c:v>4</c:v>
                </c:pt>
                <c:pt idx="990">
                  <c:v>4</c:v>
                </c:pt>
                <c:pt idx="991">
                  <c:v>2</c:v>
                </c:pt>
                <c:pt idx="992">
                  <c:v>4</c:v>
                </c:pt>
                <c:pt idx="993">
                  <c:v>3</c:v>
                </c:pt>
                <c:pt idx="994">
                  <c:v>3</c:v>
                </c:pt>
                <c:pt idx="995">
                  <c:v>4</c:v>
                </c:pt>
                <c:pt idx="996">
                  <c:v>0</c:v>
                </c:pt>
                <c:pt idx="997">
                  <c:v>3</c:v>
                </c:pt>
                <c:pt idx="998">
                  <c:v>3</c:v>
                </c:pt>
                <c:pt idx="999">
                  <c:v>4</c:v>
                </c:pt>
              </c:numCache>
            </c:numRef>
          </c:xVal>
          <c:yVal>
            <c:numRef>
              <c:f>Clean_Data!$AE$2:$AE$1001</c:f>
              <c:numCache>
                <c:formatCode>General</c:formatCode>
                <c:ptCount val="1000"/>
                <c:pt idx="0">
                  <c:v>3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  <c:pt idx="9">
                  <c:v>2</c:v>
                </c:pt>
                <c:pt idx="10">
                  <c:v>3</c:v>
                </c:pt>
                <c:pt idx="11">
                  <c:v>1</c:v>
                </c:pt>
                <c:pt idx="12">
                  <c:v>2</c:v>
                </c:pt>
                <c:pt idx="13">
                  <c:v>1</c:v>
                </c:pt>
                <c:pt idx="14">
                  <c:v>1</c:v>
                </c:pt>
                <c:pt idx="15">
                  <c:v>2</c:v>
                </c:pt>
                <c:pt idx="16">
                  <c:v>3</c:v>
                </c:pt>
                <c:pt idx="17">
                  <c:v>1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1</c:v>
                </c:pt>
                <c:pt idx="25">
                  <c:v>1</c:v>
                </c:pt>
                <c:pt idx="26">
                  <c:v>2</c:v>
                </c:pt>
                <c:pt idx="27">
                  <c:v>2</c:v>
                </c:pt>
                <c:pt idx="28">
                  <c:v>1</c:v>
                </c:pt>
                <c:pt idx="29">
                  <c:v>3</c:v>
                </c:pt>
                <c:pt idx="30">
                  <c:v>2</c:v>
                </c:pt>
                <c:pt idx="31">
                  <c:v>3</c:v>
                </c:pt>
                <c:pt idx="32">
                  <c:v>3</c:v>
                </c:pt>
                <c:pt idx="33">
                  <c:v>2</c:v>
                </c:pt>
                <c:pt idx="34">
                  <c:v>1</c:v>
                </c:pt>
                <c:pt idx="35">
                  <c:v>2</c:v>
                </c:pt>
                <c:pt idx="36">
                  <c:v>1</c:v>
                </c:pt>
                <c:pt idx="37">
                  <c:v>3</c:v>
                </c:pt>
                <c:pt idx="38">
                  <c:v>2</c:v>
                </c:pt>
                <c:pt idx="39">
                  <c:v>2</c:v>
                </c:pt>
                <c:pt idx="40">
                  <c:v>1</c:v>
                </c:pt>
                <c:pt idx="41">
                  <c:v>1</c:v>
                </c:pt>
                <c:pt idx="42">
                  <c:v>2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2</c:v>
                </c:pt>
                <c:pt idx="47">
                  <c:v>1</c:v>
                </c:pt>
                <c:pt idx="48">
                  <c:v>2</c:v>
                </c:pt>
                <c:pt idx="49">
                  <c:v>2</c:v>
                </c:pt>
                <c:pt idx="50">
                  <c:v>3</c:v>
                </c:pt>
                <c:pt idx="51">
                  <c:v>1</c:v>
                </c:pt>
                <c:pt idx="52">
                  <c:v>3</c:v>
                </c:pt>
                <c:pt idx="53">
                  <c:v>2</c:v>
                </c:pt>
                <c:pt idx="54">
                  <c:v>3</c:v>
                </c:pt>
                <c:pt idx="55">
                  <c:v>3</c:v>
                </c:pt>
                <c:pt idx="56">
                  <c:v>1</c:v>
                </c:pt>
                <c:pt idx="57">
                  <c:v>2</c:v>
                </c:pt>
                <c:pt idx="58">
                  <c:v>2</c:v>
                </c:pt>
                <c:pt idx="59">
                  <c:v>3</c:v>
                </c:pt>
                <c:pt idx="60">
                  <c:v>3</c:v>
                </c:pt>
                <c:pt idx="61">
                  <c:v>2</c:v>
                </c:pt>
                <c:pt idx="62">
                  <c:v>1</c:v>
                </c:pt>
                <c:pt idx="63">
                  <c:v>3</c:v>
                </c:pt>
                <c:pt idx="64">
                  <c:v>2</c:v>
                </c:pt>
                <c:pt idx="65">
                  <c:v>3</c:v>
                </c:pt>
                <c:pt idx="66">
                  <c:v>2</c:v>
                </c:pt>
                <c:pt idx="67">
                  <c:v>2</c:v>
                </c:pt>
                <c:pt idx="68">
                  <c:v>3</c:v>
                </c:pt>
                <c:pt idx="69">
                  <c:v>3</c:v>
                </c:pt>
                <c:pt idx="70">
                  <c:v>2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3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3</c:v>
                </c:pt>
                <c:pt idx="80">
                  <c:v>1</c:v>
                </c:pt>
                <c:pt idx="81">
                  <c:v>2</c:v>
                </c:pt>
                <c:pt idx="82">
                  <c:v>3</c:v>
                </c:pt>
                <c:pt idx="83">
                  <c:v>3</c:v>
                </c:pt>
                <c:pt idx="84">
                  <c:v>3</c:v>
                </c:pt>
                <c:pt idx="85">
                  <c:v>1</c:v>
                </c:pt>
                <c:pt idx="86">
                  <c:v>2</c:v>
                </c:pt>
                <c:pt idx="87">
                  <c:v>2</c:v>
                </c:pt>
                <c:pt idx="88">
                  <c:v>2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3</c:v>
                </c:pt>
                <c:pt idx="94">
                  <c:v>2</c:v>
                </c:pt>
                <c:pt idx="95">
                  <c:v>2</c:v>
                </c:pt>
                <c:pt idx="96">
                  <c:v>1</c:v>
                </c:pt>
                <c:pt idx="97">
                  <c:v>2</c:v>
                </c:pt>
                <c:pt idx="98">
                  <c:v>2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3</c:v>
                </c:pt>
                <c:pt idx="105">
                  <c:v>1</c:v>
                </c:pt>
                <c:pt idx="106">
                  <c:v>2</c:v>
                </c:pt>
                <c:pt idx="107">
                  <c:v>1</c:v>
                </c:pt>
                <c:pt idx="108">
                  <c:v>2</c:v>
                </c:pt>
                <c:pt idx="109">
                  <c:v>1</c:v>
                </c:pt>
                <c:pt idx="110">
                  <c:v>3</c:v>
                </c:pt>
                <c:pt idx="111">
                  <c:v>1</c:v>
                </c:pt>
                <c:pt idx="112">
                  <c:v>2</c:v>
                </c:pt>
                <c:pt idx="113">
                  <c:v>3</c:v>
                </c:pt>
                <c:pt idx="114">
                  <c:v>3</c:v>
                </c:pt>
                <c:pt idx="115">
                  <c:v>1</c:v>
                </c:pt>
                <c:pt idx="116">
                  <c:v>1</c:v>
                </c:pt>
                <c:pt idx="117">
                  <c:v>3</c:v>
                </c:pt>
                <c:pt idx="118">
                  <c:v>2</c:v>
                </c:pt>
                <c:pt idx="119">
                  <c:v>2</c:v>
                </c:pt>
                <c:pt idx="120">
                  <c:v>1</c:v>
                </c:pt>
                <c:pt idx="121">
                  <c:v>1</c:v>
                </c:pt>
                <c:pt idx="122">
                  <c:v>2</c:v>
                </c:pt>
                <c:pt idx="123">
                  <c:v>2</c:v>
                </c:pt>
                <c:pt idx="124">
                  <c:v>3</c:v>
                </c:pt>
                <c:pt idx="125">
                  <c:v>3</c:v>
                </c:pt>
                <c:pt idx="126">
                  <c:v>2</c:v>
                </c:pt>
                <c:pt idx="127">
                  <c:v>3</c:v>
                </c:pt>
                <c:pt idx="128">
                  <c:v>2</c:v>
                </c:pt>
                <c:pt idx="129">
                  <c:v>2</c:v>
                </c:pt>
                <c:pt idx="130">
                  <c:v>1</c:v>
                </c:pt>
                <c:pt idx="131">
                  <c:v>1</c:v>
                </c:pt>
                <c:pt idx="132">
                  <c:v>2</c:v>
                </c:pt>
                <c:pt idx="133">
                  <c:v>3</c:v>
                </c:pt>
                <c:pt idx="134">
                  <c:v>3</c:v>
                </c:pt>
                <c:pt idx="135">
                  <c:v>1</c:v>
                </c:pt>
                <c:pt idx="136">
                  <c:v>1</c:v>
                </c:pt>
                <c:pt idx="137">
                  <c:v>3</c:v>
                </c:pt>
                <c:pt idx="138">
                  <c:v>2</c:v>
                </c:pt>
                <c:pt idx="139">
                  <c:v>3</c:v>
                </c:pt>
                <c:pt idx="140">
                  <c:v>3</c:v>
                </c:pt>
                <c:pt idx="141">
                  <c:v>3</c:v>
                </c:pt>
                <c:pt idx="142">
                  <c:v>2</c:v>
                </c:pt>
                <c:pt idx="143">
                  <c:v>3</c:v>
                </c:pt>
                <c:pt idx="144">
                  <c:v>2</c:v>
                </c:pt>
                <c:pt idx="145">
                  <c:v>1</c:v>
                </c:pt>
                <c:pt idx="146">
                  <c:v>1</c:v>
                </c:pt>
                <c:pt idx="147">
                  <c:v>3</c:v>
                </c:pt>
                <c:pt idx="148">
                  <c:v>2</c:v>
                </c:pt>
                <c:pt idx="149">
                  <c:v>1</c:v>
                </c:pt>
                <c:pt idx="150">
                  <c:v>1</c:v>
                </c:pt>
                <c:pt idx="151">
                  <c:v>3</c:v>
                </c:pt>
                <c:pt idx="152">
                  <c:v>2</c:v>
                </c:pt>
                <c:pt idx="153">
                  <c:v>2</c:v>
                </c:pt>
                <c:pt idx="154">
                  <c:v>3</c:v>
                </c:pt>
                <c:pt idx="155">
                  <c:v>1</c:v>
                </c:pt>
                <c:pt idx="156">
                  <c:v>2</c:v>
                </c:pt>
                <c:pt idx="157">
                  <c:v>3</c:v>
                </c:pt>
                <c:pt idx="158">
                  <c:v>3</c:v>
                </c:pt>
                <c:pt idx="159">
                  <c:v>1</c:v>
                </c:pt>
                <c:pt idx="160">
                  <c:v>3</c:v>
                </c:pt>
                <c:pt idx="161">
                  <c:v>1</c:v>
                </c:pt>
                <c:pt idx="162">
                  <c:v>1</c:v>
                </c:pt>
                <c:pt idx="163">
                  <c:v>2</c:v>
                </c:pt>
                <c:pt idx="164">
                  <c:v>2</c:v>
                </c:pt>
                <c:pt idx="165">
                  <c:v>3</c:v>
                </c:pt>
                <c:pt idx="166">
                  <c:v>2</c:v>
                </c:pt>
                <c:pt idx="167">
                  <c:v>2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2</c:v>
                </c:pt>
                <c:pt idx="172">
                  <c:v>1</c:v>
                </c:pt>
                <c:pt idx="173">
                  <c:v>2</c:v>
                </c:pt>
                <c:pt idx="174">
                  <c:v>3</c:v>
                </c:pt>
                <c:pt idx="175">
                  <c:v>3</c:v>
                </c:pt>
                <c:pt idx="176">
                  <c:v>3</c:v>
                </c:pt>
                <c:pt idx="177">
                  <c:v>3</c:v>
                </c:pt>
                <c:pt idx="178">
                  <c:v>3</c:v>
                </c:pt>
                <c:pt idx="179">
                  <c:v>3</c:v>
                </c:pt>
                <c:pt idx="180">
                  <c:v>2</c:v>
                </c:pt>
                <c:pt idx="181">
                  <c:v>1</c:v>
                </c:pt>
                <c:pt idx="182">
                  <c:v>2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3</c:v>
                </c:pt>
                <c:pt idx="187">
                  <c:v>1</c:v>
                </c:pt>
                <c:pt idx="188">
                  <c:v>3</c:v>
                </c:pt>
                <c:pt idx="189">
                  <c:v>2</c:v>
                </c:pt>
                <c:pt idx="190">
                  <c:v>2</c:v>
                </c:pt>
                <c:pt idx="191">
                  <c:v>3</c:v>
                </c:pt>
                <c:pt idx="192">
                  <c:v>3</c:v>
                </c:pt>
                <c:pt idx="193">
                  <c:v>1</c:v>
                </c:pt>
                <c:pt idx="194">
                  <c:v>3</c:v>
                </c:pt>
                <c:pt idx="195">
                  <c:v>1</c:v>
                </c:pt>
                <c:pt idx="196">
                  <c:v>3</c:v>
                </c:pt>
                <c:pt idx="197">
                  <c:v>2</c:v>
                </c:pt>
                <c:pt idx="198">
                  <c:v>2</c:v>
                </c:pt>
                <c:pt idx="199">
                  <c:v>1</c:v>
                </c:pt>
                <c:pt idx="200">
                  <c:v>2</c:v>
                </c:pt>
                <c:pt idx="201">
                  <c:v>2</c:v>
                </c:pt>
                <c:pt idx="202">
                  <c:v>3</c:v>
                </c:pt>
                <c:pt idx="203">
                  <c:v>1</c:v>
                </c:pt>
                <c:pt idx="204">
                  <c:v>2</c:v>
                </c:pt>
                <c:pt idx="205">
                  <c:v>3</c:v>
                </c:pt>
                <c:pt idx="206">
                  <c:v>3</c:v>
                </c:pt>
                <c:pt idx="207">
                  <c:v>1</c:v>
                </c:pt>
                <c:pt idx="208">
                  <c:v>3</c:v>
                </c:pt>
                <c:pt idx="209">
                  <c:v>3</c:v>
                </c:pt>
                <c:pt idx="210">
                  <c:v>2</c:v>
                </c:pt>
                <c:pt idx="211">
                  <c:v>1</c:v>
                </c:pt>
                <c:pt idx="212">
                  <c:v>2</c:v>
                </c:pt>
                <c:pt idx="213">
                  <c:v>2</c:v>
                </c:pt>
                <c:pt idx="214">
                  <c:v>1</c:v>
                </c:pt>
                <c:pt idx="215">
                  <c:v>1</c:v>
                </c:pt>
                <c:pt idx="216">
                  <c:v>2</c:v>
                </c:pt>
                <c:pt idx="217">
                  <c:v>3</c:v>
                </c:pt>
                <c:pt idx="218">
                  <c:v>3</c:v>
                </c:pt>
                <c:pt idx="219">
                  <c:v>2</c:v>
                </c:pt>
                <c:pt idx="220">
                  <c:v>3</c:v>
                </c:pt>
                <c:pt idx="221">
                  <c:v>2</c:v>
                </c:pt>
                <c:pt idx="222">
                  <c:v>1</c:v>
                </c:pt>
                <c:pt idx="223">
                  <c:v>2</c:v>
                </c:pt>
                <c:pt idx="224">
                  <c:v>2</c:v>
                </c:pt>
                <c:pt idx="225">
                  <c:v>2</c:v>
                </c:pt>
                <c:pt idx="226">
                  <c:v>2</c:v>
                </c:pt>
                <c:pt idx="227">
                  <c:v>1</c:v>
                </c:pt>
                <c:pt idx="228">
                  <c:v>1</c:v>
                </c:pt>
                <c:pt idx="229">
                  <c:v>2</c:v>
                </c:pt>
                <c:pt idx="230">
                  <c:v>2</c:v>
                </c:pt>
                <c:pt idx="231">
                  <c:v>2</c:v>
                </c:pt>
                <c:pt idx="232">
                  <c:v>3</c:v>
                </c:pt>
                <c:pt idx="233">
                  <c:v>3</c:v>
                </c:pt>
                <c:pt idx="234">
                  <c:v>2</c:v>
                </c:pt>
                <c:pt idx="235">
                  <c:v>2</c:v>
                </c:pt>
                <c:pt idx="236">
                  <c:v>3</c:v>
                </c:pt>
                <c:pt idx="237">
                  <c:v>1</c:v>
                </c:pt>
                <c:pt idx="238">
                  <c:v>1</c:v>
                </c:pt>
                <c:pt idx="239">
                  <c:v>3</c:v>
                </c:pt>
                <c:pt idx="240">
                  <c:v>2</c:v>
                </c:pt>
                <c:pt idx="241">
                  <c:v>1</c:v>
                </c:pt>
                <c:pt idx="242">
                  <c:v>3</c:v>
                </c:pt>
                <c:pt idx="243">
                  <c:v>2</c:v>
                </c:pt>
                <c:pt idx="244">
                  <c:v>3</c:v>
                </c:pt>
                <c:pt idx="245">
                  <c:v>2</c:v>
                </c:pt>
                <c:pt idx="246">
                  <c:v>3</c:v>
                </c:pt>
                <c:pt idx="247">
                  <c:v>3</c:v>
                </c:pt>
                <c:pt idx="248">
                  <c:v>1</c:v>
                </c:pt>
                <c:pt idx="249">
                  <c:v>1</c:v>
                </c:pt>
                <c:pt idx="250">
                  <c:v>2</c:v>
                </c:pt>
                <c:pt idx="251">
                  <c:v>1</c:v>
                </c:pt>
                <c:pt idx="252">
                  <c:v>3</c:v>
                </c:pt>
                <c:pt idx="253">
                  <c:v>1</c:v>
                </c:pt>
                <c:pt idx="254">
                  <c:v>1</c:v>
                </c:pt>
                <c:pt idx="255">
                  <c:v>2</c:v>
                </c:pt>
                <c:pt idx="256">
                  <c:v>1</c:v>
                </c:pt>
                <c:pt idx="257">
                  <c:v>3</c:v>
                </c:pt>
                <c:pt idx="258">
                  <c:v>3</c:v>
                </c:pt>
                <c:pt idx="259">
                  <c:v>2</c:v>
                </c:pt>
                <c:pt idx="260">
                  <c:v>1</c:v>
                </c:pt>
                <c:pt idx="261">
                  <c:v>2</c:v>
                </c:pt>
                <c:pt idx="262">
                  <c:v>2</c:v>
                </c:pt>
                <c:pt idx="263">
                  <c:v>3</c:v>
                </c:pt>
                <c:pt idx="264">
                  <c:v>3</c:v>
                </c:pt>
                <c:pt idx="265">
                  <c:v>1</c:v>
                </c:pt>
                <c:pt idx="266">
                  <c:v>2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2</c:v>
                </c:pt>
                <c:pt idx="271">
                  <c:v>2</c:v>
                </c:pt>
                <c:pt idx="272">
                  <c:v>3</c:v>
                </c:pt>
                <c:pt idx="273">
                  <c:v>1</c:v>
                </c:pt>
                <c:pt idx="274">
                  <c:v>3</c:v>
                </c:pt>
                <c:pt idx="275">
                  <c:v>3</c:v>
                </c:pt>
                <c:pt idx="276">
                  <c:v>1</c:v>
                </c:pt>
                <c:pt idx="277">
                  <c:v>3</c:v>
                </c:pt>
                <c:pt idx="278">
                  <c:v>3</c:v>
                </c:pt>
                <c:pt idx="279">
                  <c:v>3</c:v>
                </c:pt>
                <c:pt idx="280">
                  <c:v>2</c:v>
                </c:pt>
                <c:pt idx="281">
                  <c:v>1</c:v>
                </c:pt>
                <c:pt idx="282">
                  <c:v>1</c:v>
                </c:pt>
                <c:pt idx="283">
                  <c:v>2</c:v>
                </c:pt>
                <c:pt idx="284">
                  <c:v>3</c:v>
                </c:pt>
                <c:pt idx="285">
                  <c:v>1</c:v>
                </c:pt>
                <c:pt idx="286">
                  <c:v>2</c:v>
                </c:pt>
                <c:pt idx="287">
                  <c:v>2</c:v>
                </c:pt>
                <c:pt idx="288">
                  <c:v>3</c:v>
                </c:pt>
                <c:pt idx="289">
                  <c:v>2</c:v>
                </c:pt>
                <c:pt idx="290">
                  <c:v>3</c:v>
                </c:pt>
                <c:pt idx="291">
                  <c:v>3</c:v>
                </c:pt>
                <c:pt idx="292">
                  <c:v>1</c:v>
                </c:pt>
                <c:pt idx="293">
                  <c:v>1</c:v>
                </c:pt>
                <c:pt idx="294">
                  <c:v>2</c:v>
                </c:pt>
                <c:pt idx="295">
                  <c:v>2</c:v>
                </c:pt>
                <c:pt idx="296">
                  <c:v>2</c:v>
                </c:pt>
                <c:pt idx="297">
                  <c:v>3</c:v>
                </c:pt>
                <c:pt idx="298">
                  <c:v>1</c:v>
                </c:pt>
                <c:pt idx="299">
                  <c:v>3</c:v>
                </c:pt>
                <c:pt idx="300">
                  <c:v>3</c:v>
                </c:pt>
                <c:pt idx="301">
                  <c:v>3</c:v>
                </c:pt>
                <c:pt idx="302">
                  <c:v>3</c:v>
                </c:pt>
                <c:pt idx="303">
                  <c:v>2</c:v>
                </c:pt>
                <c:pt idx="304">
                  <c:v>3</c:v>
                </c:pt>
                <c:pt idx="305">
                  <c:v>3</c:v>
                </c:pt>
                <c:pt idx="306">
                  <c:v>3</c:v>
                </c:pt>
                <c:pt idx="307">
                  <c:v>3</c:v>
                </c:pt>
                <c:pt idx="308">
                  <c:v>3</c:v>
                </c:pt>
                <c:pt idx="309">
                  <c:v>3</c:v>
                </c:pt>
                <c:pt idx="310">
                  <c:v>2</c:v>
                </c:pt>
                <c:pt idx="311">
                  <c:v>2</c:v>
                </c:pt>
                <c:pt idx="312">
                  <c:v>2</c:v>
                </c:pt>
                <c:pt idx="313">
                  <c:v>2</c:v>
                </c:pt>
                <c:pt idx="314">
                  <c:v>3</c:v>
                </c:pt>
                <c:pt idx="315">
                  <c:v>1</c:v>
                </c:pt>
                <c:pt idx="316">
                  <c:v>1</c:v>
                </c:pt>
                <c:pt idx="317">
                  <c:v>3</c:v>
                </c:pt>
                <c:pt idx="318">
                  <c:v>2</c:v>
                </c:pt>
                <c:pt idx="319">
                  <c:v>3</c:v>
                </c:pt>
                <c:pt idx="320">
                  <c:v>2</c:v>
                </c:pt>
                <c:pt idx="321">
                  <c:v>2</c:v>
                </c:pt>
                <c:pt idx="322">
                  <c:v>1</c:v>
                </c:pt>
                <c:pt idx="323">
                  <c:v>1</c:v>
                </c:pt>
                <c:pt idx="324">
                  <c:v>3</c:v>
                </c:pt>
                <c:pt idx="325">
                  <c:v>1</c:v>
                </c:pt>
                <c:pt idx="326">
                  <c:v>3</c:v>
                </c:pt>
                <c:pt idx="327">
                  <c:v>3</c:v>
                </c:pt>
                <c:pt idx="328">
                  <c:v>1</c:v>
                </c:pt>
                <c:pt idx="329">
                  <c:v>2</c:v>
                </c:pt>
                <c:pt idx="330">
                  <c:v>1</c:v>
                </c:pt>
                <c:pt idx="331">
                  <c:v>3</c:v>
                </c:pt>
                <c:pt idx="332">
                  <c:v>1</c:v>
                </c:pt>
                <c:pt idx="333">
                  <c:v>2</c:v>
                </c:pt>
                <c:pt idx="334">
                  <c:v>3</c:v>
                </c:pt>
                <c:pt idx="335">
                  <c:v>1</c:v>
                </c:pt>
                <c:pt idx="336">
                  <c:v>1</c:v>
                </c:pt>
                <c:pt idx="337">
                  <c:v>1</c:v>
                </c:pt>
                <c:pt idx="338">
                  <c:v>3</c:v>
                </c:pt>
                <c:pt idx="339">
                  <c:v>2</c:v>
                </c:pt>
                <c:pt idx="340">
                  <c:v>1</c:v>
                </c:pt>
                <c:pt idx="341">
                  <c:v>3</c:v>
                </c:pt>
                <c:pt idx="342">
                  <c:v>1</c:v>
                </c:pt>
                <c:pt idx="343">
                  <c:v>2</c:v>
                </c:pt>
                <c:pt idx="344">
                  <c:v>1</c:v>
                </c:pt>
                <c:pt idx="345">
                  <c:v>1</c:v>
                </c:pt>
                <c:pt idx="346">
                  <c:v>1</c:v>
                </c:pt>
                <c:pt idx="347">
                  <c:v>1</c:v>
                </c:pt>
                <c:pt idx="348">
                  <c:v>2</c:v>
                </c:pt>
                <c:pt idx="349">
                  <c:v>1</c:v>
                </c:pt>
                <c:pt idx="350">
                  <c:v>1</c:v>
                </c:pt>
                <c:pt idx="351">
                  <c:v>1</c:v>
                </c:pt>
                <c:pt idx="352">
                  <c:v>2</c:v>
                </c:pt>
                <c:pt idx="353">
                  <c:v>3</c:v>
                </c:pt>
                <c:pt idx="354">
                  <c:v>1</c:v>
                </c:pt>
                <c:pt idx="355">
                  <c:v>2</c:v>
                </c:pt>
                <c:pt idx="356">
                  <c:v>3</c:v>
                </c:pt>
                <c:pt idx="357">
                  <c:v>1</c:v>
                </c:pt>
                <c:pt idx="358">
                  <c:v>2</c:v>
                </c:pt>
                <c:pt idx="359">
                  <c:v>3</c:v>
                </c:pt>
                <c:pt idx="360">
                  <c:v>1</c:v>
                </c:pt>
                <c:pt idx="361">
                  <c:v>1</c:v>
                </c:pt>
                <c:pt idx="362">
                  <c:v>1</c:v>
                </c:pt>
                <c:pt idx="363">
                  <c:v>1</c:v>
                </c:pt>
                <c:pt idx="364">
                  <c:v>1</c:v>
                </c:pt>
                <c:pt idx="365">
                  <c:v>2</c:v>
                </c:pt>
                <c:pt idx="366">
                  <c:v>2</c:v>
                </c:pt>
                <c:pt idx="367">
                  <c:v>2</c:v>
                </c:pt>
                <c:pt idx="368">
                  <c:v>1</c:v>
                </c:pt>
                <c:pt idx="369">
                  <c:v>3</c:v>
                </c:pt>
                <c:pt idx="370">
                  <c:v>1</c:v>
                </c:pt>
                <c:pt idx="371">
                  <c:v>3</c:v>
                </c:pt>
                <c:pt idx="372">
                  <c:v>1</c:v>
                </c:pt>
                <c:pt idx="373">
                  <c:v>3</c:v>
                </c:pt>
                <c:pt idx="374">
                  <c:v>1</c:v>
                </c:pt>
                <c:pt idx="375">
                  <c:v>2</c:v>
                </c:pt>
                <c:pt idx="376">
                  <c:v>1</c:v>
                </c:pt>
                <c:pt idx="377">
                  <c:v>1</c:v>
                </c:pt>
                <c:pt idx="378">
                  <c:v>1</c:v>
                </c:pt>
                <c:pt idx="379">
                  <c:v>2</c:v>
                </c:pt>
                <c:pt idx="380">
                  <c:v>1</c:v>
                </c:pt>
                <c:pt idx="381">
                  <c:v>3</c:v>
                </c:pt>
                <c:pt idx="382">
                  <c:v>3</c:v>
                </c:pt>
                <c:pt idx="383">
                  <c:v>3</c:v>
                </c:pt>
                <c:pt idx="384">
                  <c:v>2</c:v>
                </c:pt>
                <c:pt idx="385">
                  <c:v>3</c:v>
                </c:pt>
                <c:pt idx="386">
                  <c:v>1</c:v>
                </c:pt>
                <c:pt idx="387">
                  <c:v>2</c:v>
                </c:pt>
                <c:pt idx="388">
                  <c:v>3</c:v>
                </c:pt>
                <c:pt idx="389">
                  <c:v>1</c:v>
                </c:pt>
                <c:pt idx="390">
                  <c:v>3</c:v>
                </c:pt>
                <c:pt idx="391">
                  <c:v>1</c:v>
                </c:pt>
                <c:pt idx="392">
                  <c:v>2</c:v>
                </c:pt>
                <c:pt idx="393">
                  <c:v>3</c:v>
                </c:pt>
                <c:pt idx="394">
                  <c:v>2</c:v>
                </c:pt>
                <c:pt idx="395">
                  <c:v>2</c:v>
                </c:pt>
                <c:pt idx="396">
                  <c:v>2</c:v>
                </c:pt>
                <c:pt idx="397">
                  <c:v>3</c:v>
                </c:pt>
                <c:pt idx="398">
                  <c:v>2</c:v>
                </c:pt>
                <c:pt idx="399">
                  <c:v>2</c:v>
                </c:pt>
                <c:pt idx="400">
                  <c:v>2</c:v>
                </c:pt>
                <c:pt idx="401">
                  <c:v>2</c:v>
                </c:pt>
                <c:pt idx="402">
                  <c:v>2</c:v>
                </c:pt>
                <c:pt idx="403">
                  <c:v>3</c:v>
                </c:pt>
                <c:pt idx="404">
                  <c:v>3</c:v>
                </c:pt>
                <c:pt idx="405">
                  <c:v>2</c:v>
                </c:pt>
                <c:pt idx="406">
                  <c:v>3</c:v>
                </c:pt>
                <c:pt idx="407">
                  <c:v>3</c:v>
                </c:pt>
                <c:pt idx="408">
                  <c:v>1</c:v>
                </c:pt>
                <c:pt idx="409">
                  <c:v>1</c:v>
                </c:pt>
                <c:pt idx="410">
                  <c:v>3</c:v>
                </c:pt>
                <c:pt idx="411">
                  <c:v>1</c:v>
                </c:pt>
                <c:pt idx="412">
                  <c:v>2</c:v>
                </c:pt>
                <c:pt idx="413">
                  <c:v>2</c:v>
                </c:pt>
                <c:pt idx="414">
                  <c:v>3</c:v>
                </c:pt>
                <c:pt idx="415">
                  <c:v>2</c:v>
                </c:pt>
                <c:pt idx="416">
                  <c:v>1</c:v>
                </c:pt>
                <c:pt idx="417">
                  <c:v>1</c:v>
                </c:pt>
                <c:pt idx="418">
                  <c:v>3</c:v>
                </c:pt>
                <c:pt idx="419">
                  <c:v>3</c:v>
                </c:pt>
                <c:pt idx="420">
                  <c:v>2</c:v>
                </c:pt>
                <c:pt idx="421">
                  <c:v>2</c:v>
                </c:pt>
                <c:pt idx="422">
                  <c:v>2</c:v>
                </c:pt>
                <c:pt idx="423">
                  <c:v>3</c:v>
                </c:pt>
                <c:pt idx="424">
                  <c:v>2</c:v>
                </c:pt>
                <c:pt idx="425">
                  <c:v>2</c:v>
                </c:pt>
                <c:pt idx="426">
                  <c:v>3</c:v>
                </c:pt>
                <c:pt idx="427">
                  <c:v>1</c:v>
                </c:pt>
                <c:pt idx="428">
                  <c:v>3</c:v>
                </c:pt>
                <c:pt idx="429">
                  <c:v>2</c:v>
                </c:pt>
                <c:pt idx="430">
                  <c:v>3</c:v>
                </c:pt>
                <c:pt idx="431">
                  <c:v>1</c:v>
                </c:pt>
                <c:pt idx="432">
                  <c:v>1</c:v>
                </c:pt>
                <c:pt idx="433">
                  <c:v>3</c:v>
                </c:pt>
                <c:pt idx="434">
                  <c:v>1</c:v>
                </c:pt>
                <c:pt idx="435">
                  <c:v>3</c:v>
                </c:pt>
                <c:pt idx="436">
                  <c:v>1</c:v>
                </c:pt>
                <c:pt idx="437">
                  <c:v>2</c:v>
                </c:pt>
                <c:pt idx="438">
                  <c:v>3</c:v>
                </c:pt>
                <c:pt idx="439">
                  <c:v>2</c:v>
                </c:pt>
                <c:pt idx="440">
                  <c:v>2</c:v>
                </c:pt>
                <c:pt idx="441">
                  <c:v>1</c:v>
                </c:pt>
                <c:pt idx="442">
                  <c:v>3</c:v>
                </c:pt>
                <c:pt idx="443">
                  <c:v>1</c:v>
                </c:pt>
                <c:pt idx="444">
                  <c:v>1</c:v>
                </c:pt>
                <c:pt idx="445">
                  <c:v>3</c:v>
                </c:pt>
                <c:pt idx="446">
                  <c:v>2</c:v>
                </c:pt>
                <c:pt idx="447">
                  <c:v>1</c:v>
                </c:pt>
                <c:pt idx="448">
                  <c:v>3</c:v>
                </c:pt>
                <c:pt idx="449">
                  <c:v>2</c:v>
                </c:pt>
                <c:pt idx="450">
                  <c:v>3</c:v>
                </c:pt>
                <c:pt idx="451">
                  <c:v>1</c:v>
                </c:pt>
                <c:pt idx="452">
                  <c:v>3</c:v>
                </c:pt>
                <c:pt idx="453">
                  <c:v>3</c:v>
                </c:pt>
                <c:pt idx="454">
                  <c:v>1</c:v>
                </c:pt>
                <c:pt idx="455">
                  <c:v>2</c:v>
                </c:pt>
                <c:pt idx="456">
                  <c:v>2</c:v>
                </c:pt>
                <c:pt idx="457">
                  <c:v>2</c:v>
                </c:pt>
                <c:pt idx="458">
                  <c:v>1</c:v>
                </c:pt>
                <c:pt idx="459">
                  <c:v>2</c:v>
                </c:pt>
                <c:pt idx="460">
                  <c:v>3</c:v>
                </c:pt>
                <c:pt idx="461">
                  <c:v>1</c:v>
                </c:pt>
                <c:pt idx="462">
                  <c:v>1</c:v>
                </c:pt>
                <c:pt idx="463">
                  <c:v>3</c:v>
                </c:pt>
                <c:pt idx="464">
                  <c:v>2</c:v>
                </c:pt>
                <c:pt idx="465">
                  <c:v>1</c:v>
                </c:pt>
                <c:pt idx="466">
                  <c:v>2</c:v>
                </c:pt>
                <c:pt idx="467">
                  <c:v>3</c:v>
                </c:pt>
                <c:pt idx="468">
                  <c:v>3</c:v>
                </c:pt>
                <c:pt idx="469">
                  <c:v>2</c:v>
                </c:pt>
                <c:pt idx="470">
                  <c:v>1</c:v>
                </c:pt>
                <c:pt idx="471">
                  <c:v>1</c:v>
                </c:pt>
                <c:pt idx="472">
                  <c:v>3</c:v>
                </c:pt>
                <c:pt idx="473">
                  <c:v>3</c:v>
                </c:pt>
                <c:pt idx="474">
                  <c:v>1</c:v>
                </c:pt>
                <c:pt idx="475">
                  <c:v>3</c:v>
                </c:pt>
                <c:pt idx="476">
                  <c:v>2</c:v>
                </c:pt>
                <c:pt idx="477">
                  <c:v>1</c:v>
                </c:pt>
                <c:pt idx="478">
                  <c:v>3</c:v>
                </c:pt>
                <c:pt idx="479">
                  <c:v>3</c:v>
                </c:pt>
                <c:pt idx="480">
                  <c:v>3</c:v>
                </c:pt>
                <c:pt idx="481">
                  <c:v>2</c:v>
                </c:pt>
                <c:pt idx="482">
                  <c:v>1</c:v>
                </c:pt>
                <c:pt idx="483">
                  <c:v>3</c:v>
                </c:pt>
                <c:pt idx="484">
                  <c:v>2</c:v>
                </c:pt>
                <c:pt idx="485">
                  <c:v>2</c:v>
                </c:pt>
                <c:pt idx="486">
                  <c:v>2</c:v>
                </c:pt>
                <c:pt idx="487">
                  <c:v>1</c:v>
                </c:pt>
                <c:pt idx="488">
                  <c:v>2</c:v>
                </c:pt>
                <c:pt idx="489">
                  <c:v>2</c:v>
                </c:pt>
                <c:pt idx="490">
                  <c:v>1</c:v>
                </c:pt>
                <c:pt idx="491">
                  <c:v>3</c:v>
                </c:pt>
                <c:pt idx="492">
                  <c:v>2</c:v>
                </c:pt>
                <c:pt idx="493">
                  <c:v>1</c:v>
                </c:pt>
                <c:pt idx="494">
                  <c:v>1</c:v>
                </c:pt>
                <c:pt idx="495">
                  <c:v>2</c:v>
                </c:pt>
                <c:pt idx="496">
                  <c:v>1</c:v>
                </c:pt>
                <c:pt idx="497">
                  <c:v>3</c:v>
                </c:pt>
                <c:pt idx="498">
                  <c:v>3</c:v>
                </c:pt>
                <c:pt idx="499">
                  <c:v>1</c:v>
                </c:pt>
                <c:pt idx="500">
                  <c:v>3</c:v>
                </c:pt>
                <c:pt idx="501">
                  <c:v>1</c:v>
                </c:pt>
                <c:pt idx="502">
                  <c:v>2</c:v>
                </c:pt>
                <c:pt idx="503">
                  <c:v>3</c:v>
                </c:pt>
                <c:pt idx="504">
                  <c:v>3</c:v>
                </c:pt>
                <c:pt idx="505">
                  <c:v>1</c:v>
                </c:pt>
                <c:pt idx="506">
                  <c:v>3</c:v>
                </c:pt>
                <c:pt idx="507">
                  <c:v>3</c:v>
                </c:pt>
                <c:pt idx="508">
                  <c:v>2</c:v>
                </c:pt>
                <c:pt idx="509">
                  <c:v>1</c:v>
                </c:pt>
                <c:pt idx="510">
                  <c:v>3</c:v>
                </c:pt>
                <c:pt idx="511">
                  <c:v>2</c:v>
                </c:pt>
                <c:pt idx="512">
                  <c:v>3</c:v>
                </c:pt>
                <c:pt idx="513">
                  <c:v>3</c:v>
                </c:pt>
                <c:pt idx="514">
                  <c:v>3</c:v>
                </c:pt>
                <c:pt idx="515">
                  <c:v>1</c:v>
                </c:pt>
                <c:pt idx="516">
                  <c:v>2</c:v>
                </c:pt>
                <c:pt idx="517">
                  <c:v>1</c:v>
                </c:pt>
                <c:pt idx="518">
                  <c:v>3</c:v>
                </c:pt>
                <c:pt idx="519">
                  <c:v>2</c:v>
                </c:pt>
                <c:pt idx="520">
                  <c:v>3</c:v>
                </c:pt>
                <c:pt idx="521">
                  <c:v>2</c:v>
                </c:pt>
                <c:pt idx="522">
                  <c:v>1</c:v>
                </c:pt>
                <c:pt idx="523">
                  <c:v>1</c:v>
                </c:pt>
                <c:pt idx="524">
                  <c:v>2</c:v>
                </c:pt>
                <c:pt idx="525">
                  <c:v>2</c:v>
                </c:pt>
                <c:pt idx="526">
                  <c:v>2</c:v>
                </c:pt>
                <c:pt idx="527">
                  <c:v>2</c:v>
                </c:pt>
                <c:pt idx="528">
                  <c:v>2</c:v>
                </c:pt>
                <c:pt idx="529">
                  <c:v>1</c:v>
                </c:pt>
                <c:pt idx="530">
                  <c:v>3</c:v>
                </c:pt>
                <c:pt idx="531">
                  <c:v>3</c:v>
                </c:pt>
                <c:pt idx="532">
                  <c:v>1</c:v>
                </c:pt>
                <c:pt idx="533">
                  <c:v>2</c:v>
                </c:pt>
                <c:pt idx="534">
                  <c:v>2</c:v>
                </c:pt>
                <c:pt idx="535">
                  <c:v>2</c:v>
                </c:pt>
                <c:pt idx="536">
                  <c:v>2</c:v>
                </c:pt>
                <c:pt idx="537">
                  <c:v>1</c:v>
                </c:pt>
                <c:pt idx="538">
                  <c:v>2</c:v>
                </c:pt>
                <c:pt idx="539">
                  <c:v>2</c:v>
                </c:pt>
                <c:pt idx="540">
                  <c:v>1</c:v>
                </c:pt>
                <c:pt idx="541">
                  <c:v>1</c:v>
                </c:pt>
                <c:pt idx="542">
                  <c:v>2</c:v>
                </c:pt>
                <c:pt idx="543">
                  <c:v>1</c:v>
                </c:pt>
                <c:pt idx="544">
                  <c:v>3</c:v>
                </c:pt>
                <c:pt idx="545">
                  <c:v>2</c:v>
                </c:pt>
                <c:pt idx="546">
                  <c:v>2</c:v>
                </c:pt>
                <c:pt idx="547">
                  <c:v>3</c:v>
                </c:pt>
                <c:pt idx="548">
                  <c:v>1</c:v>
                </c:pt>
                <c:pt idx="549">
                  <c:v>3</c:v>
                </c:pt>
                <c:pt idx="550">
                  <c:v>3</c:v>
                </c:pt>
                <c:pt idx="551">
                  <c:v>3</c:v>
                </c:pt>
                <c:pt idx="552">
                  <c:v>2</c:v>
                </c:pt>
                <c:pt idx="553">
                  <c:v>1</c:v>
                </c:pt>
                <c:pt idx="554">
                  <c:v>3</c:v>
                </c:pt>
                <c:pt idx="555">
                  <c:v>3</c:v>
                </c:pt>
                <c:pt idx="556">
                  <c:v>1</c:v>
                </c:pt>
                <c:pt idx="557">
                  <c:v>3</c:v>
                </c:pt>
                <c:pt idx="558">
                  <c:v>3</c:v>
                </c:pt>
                <c:pt idx="559">
                  <c:v>1</c:v>
                </c:pt>
                <c:pt idx="560">
                  <c:v>1</c:v>
                </c:pt>
                <c:pt idx="561">
                  <c:v>1</c:v>
                </c:pt>
                <c:pt idx="562">
                  <c:v>2</c:v>
                </c:pt>
                <c:pt idx="563">
                  <c:v>1</c:v>
                </c:pt>
                <c:pt idx="564">
                  <c:v>3</c:v>
                </c:pt>
                <c:pt idx="565">
                  <c:v>1</c:v>
                </c:pt>
                <c:pt idx="566">
                  <c:v>2</c:v>
                </c:pt>
                <c:pt idx="567">
                  <c:v>3</c:v>
                </c:pt>
                <c:pt idx="568">
                  <c:v>2</c:v>
                </c:pt>
                <c:pt idx="569">
                  <c:v>1</c:v>
                </c:pt>
                <c:pt idx="570">
                  <c:v>3</c:v>
                </c:pt>
                <c:pt idx="571">
                  <c:v>3</c:v>
                </c:pt>
                <c:pt idx="572">
                  <c:v>1</c:v>
                </c:pt>
                <c:pt idx="573">
                  <c:v>1</c:v>
                </c:pt>
                <c:pt idx="574">
                  <c:v>1</c:v>
                </c:pt>
                <c:pt idx="575">
                  <c:v>1</c:v>
                </c:pt>
                <c:pt idx="576">
                  <c:v>3</c:v>
                </c:pt>
                <c:pt idx="577">
                  <c:v>1</c:v>
                </c:pt>
                <c:pt idx="578">
                  <c:v>2</c:v>
                </c:pt>
                <c:pt idx="579">
                  <c:v>3</c:v>
                </c:pt>
                <c:pt idx="580">
                  <c:v>2</c:v>
                </c:pt>
                <c:pt idx="581">
                  <c:v>1</c:v>
                </c:pt>
                <c:pt idx="582">
                  <c:v>1</c:v>
                </c:pt>
                <c:pt idx="583">
                  <c:v>1</c:v>
                </c:pt>
                <c:pt idx="584">
                  <c:v>1</c:v>
                </c:pt>
                <c:pt idx="585">
                  <c:v>2</c:v>
                </c:pt>
                <c:pt idx="586">
                  <c:v>3</c:v>
                </c:pt>
                <c:pt idx="587">
                  <c:v>1</c:v>
                </c:pt>
                <c:pt idx="588">
                  <c:v>1</c:v>
                </c:pt>
                <c:pt idx="589">
                  <c:v>2</c:v>
                </c:pt>
                <c:pt idx="590">
                  <c:v>2</c:v>
                </c:pt>
                <c:pt idx="591">
                  <c:v>3</c:v>
                </c:pt>
                <c:pt idx="592">
                  <c:v>3</c:v>
                </c:pt>
                <c:pt idx="593">
                  <c:v>1</c:v>
                </c:pt>
                <c:pt idx="594">
                  <c:v>3</c:v>
                </c:pt>
                <c:pt idx="595">
                  <c:v>3</c:v>
                </c:pt>
                <c:pt idx="596">
                  <c:v>3</c:v>
                </c:pt>
                <c:pt idx="597">
                  <c:v>1</c:v>
                </c:pt>
                <c:pt idx="598">
                  <c:v>2</c:v>
                </c:pt>
                <c:pt idx="599">
                  <c:v>3</c:v>
                </c:pt>
                <c:pt idx="600">
                  <c:v>3</c:v>
                </c:pt>
                <c:pt idx="601">
                  <c:v>3</c:v>
                </c:pt>
                <c:pt idx="602">
                  <c:v>1</c:v>
                </c:pt>
                <c:pt idx="603">
                  <c:v>2</c:v>
                </c:pt>
                <c:pt idx="604">
                  <c:v>2</c:v>
                </c:pt>
                <c:pt idx="605">
                  <c:v>2</c:v>
                </c:pt>
                <c:pt idx="606">
                  <c:v>2</c:v>
                </c:pt>
                <c:pt idx="607">
                  <c:v>2</c:v>
                </c:pt>
                <c:pt idx="608">
                  <c:v>1</c:v>
                </c:pt>
                <c:pt idx="609">
                  <c:v>1</c:v>
                </c:pt>
                <c:pt idx="610">
                  <c:v>3</c:v>
                </c:pt>
                <c:pt idx="611">
                  <c:v>3</c:v>
                </c:pt>
                <c:pt idx="612">
                  <c:v>3</c:v>
                </c:pt>
                <c:pt idx="613">
                  <c:v>1</c:v>
                </c:pt>
                <c:pt idx="614">
                  <c:v>1</c:v>
                </c:pt>
                <c:pt idx="615">
                  <c:v>2</c:v>
                </c:pt>
                <c:pt idx="616">
                  <c:v>3</c:v>
                </c:pt>
                <c:pt idx="617">
                  <c:v>3</c:v>
                </c:pt>
                <c:pt idx="618">
                  <c:v>2</c:v>
                </c:pt>
                <c:pt idx="619">
                  <c:v>3</c:v>
                </c:pt>
                <c:pt idx="620">
                  <c:v>3</c:v>
                </c:pt>
                <c:pt idx="621">
                  <c:v>3</c:v>
                </c:pt>
                <c:pt idx="622">
                  <c:v>3</c:v>
                </c:pt>
                <c:pt idx="623">
                  <c:v>1</c:v>
                </c:pt>
                <c:pt idx="624">
                  <c:v>1</c:v>
                </c:pt>
                <c:pt idx="625">
                  <c:v>1</c:v>
                </c:pt>
                <c:pt idx="626">
                  <c:v>3</c:v>
                </c:pt>
                <c:pt idx="627">
                  <c:v>2</c:v>
                </c:pt>
                <c:pt idx="628">
                  <c:v>2</c:v>
                </c:pt>
                <c:pt idx="629">
                  <c:v>1</c:v>
                </c:pt>
                <c:pt idx="630">
                  <c:v>2</c:v>
                </c:pt>
                <c:pt idx="631">
                  <c:v>1</c:v>
                </c:pt>
                <c:pt idx="632">
                  <c:v>1</c:v>
                </c:pt>
                <c:pt idx="633">
                  <c:v>1</c:v>
                </c:pt>
                <c:pt idx="634">
                  <c:v>3</c:v>
                </c:pt>
                <c:pt idx="635">
                  <c:v>2</c:v>
                </c:pt>
                <c:pt idx="636">
                  <c:v>3</c:v>
                </c:pt>
                <c:pt idx="637">
                  <c:v>2</c:v>
                </c:pt>
                <c:pt idx="638">
                  <c:v>2</c:v>
                </c:pt>
                <c:pt idx="639">
                  <c:v>3</c:v>
                </c:pt>
                <c:pt idx="640">
                  <c:v>3</c:v>
                </c:pt>
                <c:pt idx="641">
                  <c:v>1</c:v>
                </c:pt>
                <c:pt idx="642">
                  <c:v>3</c:v>
                </c:pt>
                <c:pt idx="643">
                  <c:v>1</c:v>
                </c:pt>
                <c:pt idx="644">
                  <c:v>3</c:v>
                </c:pt>
                <c:pt idx="645">
                  <c:v>2</c:v>
                </c:pt>
                <c:pt idx="646">
                  <c:v>3</c:v>
                </c:pt>
                <c:pt idx="647">
                  <c:v>3</c:v>
                </c:pt>
                <c:pt idx="648">
                  <c:v>1</c:v>
                </c:pt>
                <c:pt idx="649">
                  <c:v>2</c:v>
                </c:pt>
                <c:pt idx="650">
                  <c:v>3</c:v>
                </c:pt>
                <c:pt idx="651">
                  <c:v>2</c:v>
                </c:pt>
                <c:pt idx="652">
                  <c:v>3</c:v>
                </c:pt>
                <c:pt idx="653">
                  <c:v>3</c:v>
                </c:pt>
                <c:pt idx="654">
                  <c:v>1</c:v>
                </c:pt>
                <c:pt idx="655">
                  <c:v>2</c:v>
                </c:pt>
                <c:pt idx="656">
                  <c:v>2</c:v>
                </c:pt>
                <c:pt idx="657">
                  <c:v>1</c:v>
                </c:pt>
                <c:pt idx="658">
                  <c:v>3</c:v>
                </c:pt>
                <c:pt idx="659">
                  <c:v>2</c:v>
                </c:pt>
                <c:pt idx="660">
                  <c:v>1</c:v>
                </c:pt>
                <c:pt idx="661">
                  <c:v>2</c:v>
                </c:pt>
                <c:pt idx="662">
                  <c:v>2</c:v>
                </c:pt>
                <c:pt idx="663">
                  <c:v>3</c:v>
                </c:pt>
                <c:pt idx="664">
                  <c:v>2</c:v>
                </c:pt>
                <c:pt idx="665">
                  <c:v>3</c:v>
                </c:pt>
                <c:pt idx="666">
                  <c:v>3</c:v>
                </c:pt>
                <c:pt idx="667">
                  <c:v>2</c:v>
                </c:pt>
                <c:pt idx="668">
                  <c:v>3</c:v>
                </c:pt>
                <c:pt idx="669">
                  <c:v>3</c:v>
                </c:pt>
                <c:pt idx="670">
                  <c:v>1</c:v>
                </c:pt>
                <c:pt idx="671">
                  <c:v>3</c:v>
                </c:pt>
                <c:pt idx="672">
                  <c:v>3</c:v>
                </c:pt>
                <c:pt idx="673">
                  <c:v>3</c:v>
                </c:pt>
                <c:pt idx="674">
                  <c:v>1</c:v>
                </c:pt>
                <c:pt idx="675">
                  <c:v>1</c:v>
                </c:pt>
                <c:pt idx="676">
                  <c:v>2</c:v>
                </c:pt>
                <c:pt idx="677">
                  <c:v>1</c:v>
                </c:pt>
                <c:pt idx="678">
                  <c:v>2</c:v>
                </c:pt>
                <c:pt idx="679">
                  <c:v>2</c:v>
                </c:pt>
                <c:pt idx="680">
                  <c:v>3</c:v>
                </c:pt>
                <c:pt idx="681">
                  <c:v>2</c:v>
                </c:pt>
                <c:pt idx="682">
                  <c:v>3</c:v>
                </c:pt>
                <c:pt idx="683">
                  <c:v>2</c:v>
                </c:pt>
                <c:pt idx="684">
                  <c:v>3</c:v>
                </c:pt>
                <c:pt idx="685">
                  <c:v>2</c:v>
                </c:pt>
                <c:pt idx="686">
                  <c:v>2</c:v>
                </c:pt>
                <c:pt idx="687">
                  <c:v>1</c:v>
                </c:pt>
                <c:pt idx="688">
                  <c:v>2</c:v>
                </c:pt>
                <c:pt idx="689">
                  <c:v>1</c:v>
                </c:pt>
                <c:pt idx="690">
                  <c:v>2</c:v>
                </c:pt>
                <c:pt idx="691">
                  <c:v>2</c:v>
                </c:pt>
                <c:pt idx="692">
                  <c:v>3</c:v>
                </c:pt>
                <c:pt idx="693">
                  <c:v>2</c:v>
                </c:pt>
                <c:pt idx="694">
                  <c:v>1</c:v>
                </c:pt>
                <c:pt idx="695">
                  <c:v>2</c:v>
                </c:pt>
                <c:pt idx="696">
                  <c:v>3</c:v>
                </c:pt>
                <c:pt idx="697">
                  <c:v>3</c:v>
                </c:pt>
                <c:pt idx="698">
                  <c:v>2</c:v>
                </c:pt>
                <c:pt idx="699">
                  <c:v>1</c:v>
                </c:pt>
                <c:pt idx="700">
                  <c:v>3</c:v>
                </c:pt>
                <c:pt idx="701">
                  <c:v>3</c:v>
                </c:pt>
                <c:pt idx="702">
                  <c:v>2</c:v>
                </c:pt>
                <c:pt idx="703">
                  <c:v>1</c:v>
                </c:pt>
                <c:pt idx="704">
                  <c:v>3</c:v>
                </c:pt>
                <c:pt idx="705">
                  <c:v>2</c:v>
                </c:pt>
                <c:pt idx="706">
                  <c:v>1</c:v>
                </c:pt>
                <c:pt idx="707">
                  <c:v>3</c:v>
                </c:pt>
                <c:pt idx="708">
                  <c:v>1</c:v>
                </c:pt>
                <c:pt idx="709">
                  <c:v>1</c:v>
                </c:pt>
                <c:pt idx="710">
                  <c:v>2</c:v>
                </c:pt>
                <c:pt idx="711">
                  <c:v>2</c:v>
                </c:pt>
                <c:pt idx="712">
                  <c:v>3</c:v>
                </c:pt>
                <c:pt idx="713">
                  <c:v>3</c:v>
                </c:pt>
                <c:pt idx="714">
                  <c:v>1</c:v>
                </c:pt>
                <c:pt idx="715">
                  <c:v>3</c:v>
                </c:pt>
                <c:pt idx="716">
                  <c:v>3</c:v>
                </c:pt>
                <c:pt idx="717">
                  <c:v>1</c:v>
                </c:pt>
                <c:pt idx="718">
                  <c:v>3</c:v>
                </c:pt>
                <c:pt idx="719">
                  <c:v>3</c:v>
                </c:pt>
                <c:pt idx="720">
                  <c:v>2</c:v>
                </c:pt>
                <c:pt idx="721">
                  <c:v>3</c:v>
                </c:pt>
                <c:pt idx="722">
                  <c:v>1</c:v>
                </c:pt>
                <c:pt idx="723">
                  <c:v>3</c:v>
                </c:pt>
                <c:pt idx="724">
                  <c:v>1</c:v>
                </c:pt>
                <c:pt idx="725">
                  <c:v>2</c:v>
                </c:pt>
                <c:pt idx="726">
                  <c:v>1</c:v>
                </c:pt>
                <c:pt idx="727">
                  <c:v>1</c:v>
                </c:pt>
                <c:pt idx="728">
                  <c:v>1</c:v>
                </c:pt>
                <c:pt idx="729">
                  <c:v>1</c:v>
                </c:pt>
                <c:pt idx="730">
                  <c:v>1</c:v>
                </c:pt>
                <c:pt idx="731">
                  <c:v>1</c:v>
                </c:pt>
                <c:pt idx="732">
                  <c:v>2</c:v>
                </c:pt>
                <c:pt idx="733">
                  <c:v>3</c:v>
                </c:pt>
                <c:pt idx="734">
                  <c:v>3</c:v>
                </c:pt>
                <c:pt idx="735">
                  <c:v>1</c:v>
                </c:pt>
                <c:pt idx="736">
                  <c:v>2</c:v>
                </c:pt>
                <c:pt idx="737">
                  <c:v>3</c:v>
                </c:pt>
                <c:pt idx="738">
                  <c:v>1</c:v>
                </c:pt>
                <c:pt idx="739">
                  <c:v>2</c:v>
                </c:pt>
                <c:pt idx="740">
                  <c:v>2</c:v>
                </c:pt>
                <c:pt idx="741">
                  <c:v>1</c:v>
                </c:pt>
                <c:pt idx="742">
                  <c:v>1</c:v>
                </c:pt>
                <c:pt idx="743">
                  <c:v>3</c:v>
                </c:pt>
                <c:pt idx="744">
                  <c:v>1</c:v>
                </c:pt>
                <c:pt idx="745">
                  <c:v>2</c:v>
                </c:pt>
                <c:pt idx="746">
                  <c:v>1</c:v>
                </c:pt>
                <c:pt idx="747">
                  <c:v>2</c:v>
                </c:pt>
                <c:pt idx="748">
                  <c:v>3</c:v>
                </c:pt>
                <c:pt idx="749">
                  <c:v>2</c:v>
                </c:pt>
                <c:pt idx="750">
                  <c:v>2</c:v>
                </c:pt>
                <c:pt idx="751">
                  <c:v>3</c:v>
                </c:pt>
                <c:pt idx="752">
                  <c:v>3</c:v>
                </c:pt>
                <c:pt idx="753">
                  <c:v>3</c:v>
                </c:pt>
                <c:pt idx="754">
                  <c:v>3</c:v>
                </c:pt>
                <c:pt idx="755">
                  <c:v>2</c:v>
                </c:pt>
                <c:pt idx="756">
                  <c:v>1</c:v>
                </c:pt>
                <c:pt idx="757">
                  <c:v>3</c:v>
                </c:pt>
                <c:pt idx="758">
                  <c:v>1</c:v>
                </c:pt>
                <c:pt idx="759">
                  <c:v>1</c:v>
                </c:pt>
                <c:pt idx="760">
                  <c:v>1</c:v>
                </c:pt>
                <c:pt idx="761">
                  <c:v>3</c:v>
                </c:pt>
                <c:pt idx="762">
                  <c:v>3</c:v>
                </c:pt>
                <c:pt idx="763">
                  <c:v>3</c:v>
                </c:pt>
                <c:pt idx="764">
                  <c:v>3</c:v>
                </c:pt>
                <c:pt idx="765">
                  <c:v>1</c:v>
                </c:pt>
                <c:pt idx="766">
                  <c:v>3</c:v>
                </c:pt>
                <c:pt idx="767">
                  <c:v>3</c:v>
                </c:pt>
                <c:pt idx="768">
                  <c:v>1</c:v>
                </c:pt>
                <c:pt idx="769">
                  <c:v>1</c:v>
                </c:pt>
                <c:pt idx="770">
                  <c:v>3</c:v>
                </c:pt>
                <c:pt idx="771">
                  <c:v>2</c:v>
                </c:pt>
                <c:pt idx="772">
                  <c:v>2</c:v>
                </c:pt>
                <c:pt idx="773">
                  <c:v>1</c:v>
                </c:pt>
                <c:pt idx="774">
                  <c:v>3</c:v>
                </c:pt>
                <c:pt idx="775">
                  <c:v>3</c:v>
                </c:pt>
                <c:pt idx="776">
                  <c:v>2</c:v>
                </c:pt>
                <c:pt idx="777">
                  <c:v>3</c:v>
                </c:pt>
                <c:pt idx="778">
                  <c:v>3</c:v>
                </c:pt>
                <c:pt idx="779">
                  <c:v>2</c:v>
                </c:pt>
                <c:pt idx="780">
                  <c:v>3</c:v>
                </c:pt>
                <c:pt idx="781">
                  <c:v>3</c:v>
                </c:pt>
                <c:pt idx="782">
                  <c:v>1</c:v>
                </c:pt>
                <c:pt idx="783">
                  <c:v>2</c:v>
                </c:pt>
                <c:pt idx="784">
                  <c:v>3</c:v>
                </c:pt>
                <c:pt idx="785">
                  <c:v>1</c:v>
                </c:pt>
                <c:pt idx="786">
                  <c:v>2</c:v>
                </c:pt>
                <c:pt idx="787">
                  <c:v>2</c:v>
                </c:pt>
                <c:pt idx="788">
                  <c:v>1</c:v>
                </c:pt>
                <c:pt idx="789">
                  <c:v>1</c:v>
                </c:pt>
                <c:pt idx="790">
                  <c:v>1</c:v>
                </c:pt>
                <c:pt idx="791">
                  <c:v>3</c:v>
                </c:pt>
                <c:pt idx="792">
                  <c:v>1</c:v>
                </c:pt>
                <c:pt idx="793">
                  <c:v>3</c:v>
                </c:pt>
                <c:pt idx="794">
                  <c:v>2</c:v>
                </c:pt>
                <c:pt idx="795">
                  <c:v>1</c:v>
                </c:pt>
                <c:pt idx="796">
                  <c:v>1</c:v>
                </c:pt>
                <c:pt idx="797">
                  <c:v>3</c:v>
                </c:pt>
                <c:pt idx="798">
                  <c:v>3</c:v>
                </c:pt>
                <c:pt idx="799">
                  <c:v>2</c:v>
                </c:pt>
                <c:pt idx="800">
                  <c:v>2</c:v>
                </c:pt>
                <c:pt idx="801">
                  <c:v>2</c:v>
                </c:pt>
                <c:pt idx="802">
                  <c:v>2</c:v>
                </c:pt>
                <c:pt idx="803">
                  <c:v>3</c:v>
                </c:pt>
                <c:pt idx="804">
                  <c:v>3</c:v>
                </c:pt>
                <c:pt idx="805">
                  <c:v>3</c:v>
                </c:pt>
                <c:pt idx="806">
                  <c:v>3</c:v>
                </c:pt>
                <c:pt idx="807">
                  <c:v>3</c:v>
                </c:pt>
                <c:pt idx="808">
                  <c:v>1</c:v>
                </c:pt>
                <c:pt idx="809">
                  <c:v>2</c:v>
                </c:pt>
                <c:pt idx="810">
                  <c:v>1</c:v>
                </c:pt>
                <c:pt idx="811">
                  <c:v>2</c:v>
                </c:pt>
                <c:pt idx="812">
                  <c:v>3</c:v>
                </c:pt>
                <c:pt idx="813">
                  <c:v>3</c:v>
                </c:pt>
                <c:pt idx="814">
                  <c:v>3</c:v>
                </c:pt>
                <c:pt idx="815">
                  <c:v>1</c:v>
                </c:pt>
                <c:pt idx="816">
                  <c:v>2</c:v>
                </c:pt>
                <c:pt idx="817">
                  <c:v>2</c:v>
                </c:pt>
                <c:pt idx="818">
                  <c:v>2</c:v>
                </c:pt>
                <c:pt idx="819">
                  <c:v>1</c:v>
                </c:pt>
                <c:pt idx="820">
                  <c:v>3</c:v>
                </c:pt>
                <c:pt idx="821">
                  <c:v>1</c:v>
                </c:pt>
                <c:pt idx="822">
                  <c:v>1</c:v>
                </c:pt>
                <c:pt idx="823">
                  <c:v>3</c:v>
                </c:pt>
                <c:pt idx="824">
                  <c:v>2</c:v>
                </c:pt>
                <c:pt idx="825">
                  <c:v>2</c:v>
                </c:pt>
                <c:pt idx="826">
                  <c:v>2</c:v>
                </c:pt>
                <c:pt idx="827">
                  <c:v>2</c:v>
                </c:pt>
                <c:pt idx="828">
                  <c:v>2</c:v>
                </c:pt>
                <c:pt idx="829">
                  <c:v>3</c:v>
                </c:pt>
                <c:pt idx="830">
                  <c:v>2</c:v>
                </c:pt>
                <c:pt idx="831">
                  <c:v>3</c:v>
                </c:pt>
                <c:pt idx="832">
                  <c:v>3</c:v>
                </c:pt>
                <c:pt idx="833">
                  <c:v>3</c:v>
                </c:pt>
                <c:pt idx="834">
                  <c:v>1</c:v>
                </c:pt>
                <c:pt idx="835">
                  <c:v>3</c:v>
                </c:pt>
                <c:pt idx="836">
                  <c:v>3</c:v>
                </c:pt>
                <c:pt idx="837">
                  <c:v>2</c:v>
                </c:pt>
                <c:pt idx="838">
                  <c:v>1</c:v>
                </c:pt>
                <c:pt idx="839">
                  <c:v>2</c:v>
                </c:pt>
                <c:pt idx="840">
                  <c:v>1</c:v>
                </c:pt>
                <c:pt idx="841">
                  <c:v>3</c:v>
                </c:pt>
                <c:pt idx="842">
                  <c:v>1</c:v>
                </c:pt>
                <c:pt idx="843">
                  <c:v>2</c:v>
                </c:pt>
                <c:pt idx="844">
                  <c:v>3</c:v>
                </c:pt>
                <c:pt idx="845">
                  <c:v>2</c:v>
                </c:pt>
                <c:pt idx="846">
                  <c:v>2</c:v>
                </c:pt>
                <c:pt idx="847">
                  <c:v>2</c:v>
                </c:pt>
                <c:pt idx="848">
                  <c:v>3</c:v>
                </c:pt>
                <c:pt idx="849">
                  <c:v>2</c:v>
                </c:pt>
                <c:pt idx="850">
                  <c:v>3</c:v>
                </c:pt>
                <c:pt idx="851">
                  <c:v>2</c:v>
                </c:pt>
                <c:pt idx="852">
                  <c:v>3</c:v>
                </c:pt>
                <c:pt idx="853">
                  <c:v>2</c:v>
                </c:pt>
                <c:pt idx="854">
                  <c:v>3</c:v>
                </c:pt>
                <c:pt idx="855">
                  <c:v>1</c:v>
                </c:pt>
                <c:pt idx="856">
                  <c:v>3</c:v>
                </c:pt>
                <c:pt idx="857">
                  <c:v>2</c:v>
                </c:pt>
                <c:pt idx="858">
                  <c:v>2</c:v>
                </c:pt>
                <c:pt idx="859">
                  <c:v>3</c:v>
                </c:pt>
                <c:pt idx="860">
                  <c:v>2</c:v>
                </c:pt>
                <c:pt idx="861">
                  <c:v>1</c:v>
                </c:pt>
                <c:pt idx="862">
                  <c:v>3</c:v>
                </c:pt>
                <c:pt idx="863">
                  <c:v>3</c:v>
                </c:pt>
                <c:pt idx="864">
                  <c:v>2</c:v>
                </c:pt>
                <c:pt idx="865">
                  <c:v>3</c:v>
                </c:pt>
                <c:pt idx="866">
                  <c:v>2</c:v>
                </c:pt>
                <c:pt idx="867">
                  <c:v>2</c:v>
                </c:pt>
                <c:pt idx="868">
                  <c:v>3</c:v>
                </c:pt>
                <c:pt idx="869">
                  <c:v>3</c:v>
                </c:pt>
                <c:pt idx="870">
                  <c:v>1</c:v>
                </c:pt>
                <c:pt idx="871">
                  <c:v>3</c:v>
                </c:pt>
                <c:pt idx="872">
                  <c:v>2</c:v>
                </c:pt>
                <c:pt idx="873">
                  <c:v>3</c:v>
                </c:pt>
                <c:pt idx="874">
                  <c:v>3</c:v>
                </c:pt>
                <c:pt idx="875">
                  <c:v>2</c:v>
                </c:pt>
                <c:pt idx="876">
                  <c:v>2</c:v>
                </c:pt>
                <c:pt idx="877">
                  <c:v>1</c:v>
                </c:pt>
                <c:pt idx="878">
                  <c:v>3</c:v>
                </c:pt>
                <c:pt idx="879">
                  <c:v>2</c:v>
                </c:pt>
                <c:pt idx="880">
                  <c:v>3</c:v>
                </c:pt>
                <c:pt idx="881">
                  <c:v>3</c:v>
                </c:pt>
                <c:pt idx="882">
                  <c:v>2</c:v>
                </c:pt>
                <c:pt idx="883">
                  <c:v>2</c:v>
                </c:pt>
                <c:pt idx="884">
                  <c:v>3</c:v>
                </c:pt>
                <c:pt idx="885">
                  <c:v>1</c:v>
                </c:pt>
                <c:pt idx="886">
                  <c:v>2</c:v>
                </c:pt>
                <c:pt idx="887">
                  <c:v>3</c:v>
                </c:pt>
                <c:pt idx="888">
                  <c:v>3</c:v>
                </c:pt>
                <c:pt idx="889">
                  <c:v>1</c:v>
                </c:pt>
                <c:pt idx="890">
                  <c:v>3</c:v>
                </c:pt>
                <c:pt idx="891">
                  <c:v>2</c:v>
                </c:pt>
                <c:pt idx="892">
                  <c:v>3</c:v>
                </c:pt>
                <c:pt idx="893">
                  <c:v>2</c:v>
                </c:pt>
                <c:pt idx="894">
                  <c:v>2</c:v>
                </c:pt>
                <c:pt idx="895">
                  <c:v>3</c:v>
                </c:pt>
                <c:pt idx="896">
                  <c:v>1</c:v>
                </c:pt>
                <c:pt idx="897">
                  <c:v>1</c:v>
                </c:pt>
                <c:pt idx="898">
                  <c:v>2</c:v>
                </c:pt>
                <c:pt idx="899">
                  <c:v>3</c:v>
                </c:pt>
                <c:pt idx="900">
                  <c:v>1</c:v>
                </c:pt>
                <c:pt idx="901">
                  <c:v>3</c:v>
                </c:pt>
                <c:pt idx="902">
                  <c:v>2</c:v>
                </c:pt>
                <c:pt idx="903">
                  <c:v>3</c:v>
                </c:pt>
                <c:pt idx="904">
                  <c:v>2</c:v>
                </c:pt>
                <c:pt idx="905">
                  <c:v>3</c:v>
                </c:pt>
                <c:pt idx="906">
                  <c:v>2</c:v>
                </c:pt>
                <c:pt idx="907">
                  <c:v>1</c:v>
                </c:pt>
                <c:pt idx="908">
                  <c:v>1</c:v>
                </c:pt>
                <c:pt idx="909">
                  <c:v>2</c:v>
                </c:pt>
                <c:pt idx="910">
                  <c:v>2</c:v>
                </c:pt>
                <c:pt idx="911">
                  <c:v>2</c:v>
                </c:pt>
                <c:pt idx="912">
                  <c:v>2</c:v>
                </c:pt>
                <c:pt idx="913">
                  <c:v>3</c:v>
                </c:pt>
                <c:pt idx="914">
                  <c:v>1</c:v>
                </c:pt>
                <c:pt idx="915">
                  <c:v>3</c:v>
                </c:pt>
                <c:pt idx="916">
                  <c:v>1</c:v>
                </c:pt>
                <c:pt idx="917">
                  <c:v>3</c:v>
                </c:pt>
                <c:pt idx="918">
                  <c:v>2</c:v>
                </c:pt>
                <c:pt idx="919">
                  <c:v>1</c:v>
                </c:pt>
                <c:pt idx="920">
                  <c:v>2</c:v>
                </c:pt>
                <c:pt idx="921">
                  <c:v>1</c:v>
                </c:pt>
                <c:pt idx="922">
                  <c:v>2</c:v>
                </c:pt>
                <c:pt idx="923">
                  <c:v>2</c:v>
                </c:pt>
                <c:pt idx="924">
                  <c:v>2</c:v>
                </c:pt>
                <c:pt idx="925">
                  <c:v>3</c:v>
                </c:pt>
                <c:pt idx="926">
                  <c:v>1</c:v>
                </c:pt>
                <c:pt idx="927">
                  <c:v>3</c:v>
                </c:pt>
                <c:pt idx="928">
                  <c:v>1</c:v>
                </c:pt>
                <c:pt idx="929">
                  <c:v>2</c:v>
                </c:pt>
                <c:pt idx="930">
                  <c:v>2</c:v>
                </c:pt>
                <c:pt idx="931">
                  <c:v>3</c:v>
                </c:pt>
                <c:pt idx="932">
                  <c:v>2</c:v>
                </c:pt>
                <c:pt idx="933">
                  <c:v>2</c:v>
                </c:pt>
                <c:pt idx="934">
                  <c:v>2</c:v>
                </c:pt>
                <c:pt idx="935">
                  <c:v>3</c:v>
                </c:pt>
                <c:pt idx="936">
                  <c:v>1</c:v>
                </c:pt>
                <c:pt idx="937">
                  <c:v>2</c:v>
                </c:pt>
                <c:pt idx="938">
                  <c:v>2</c:v>
                </c:pt>
                <c:pt idx="939">
                  <c:v>1</c:v>
                </c:pt>
                <c:pt idx="940">
                  <c:v>2</c:v>
                </c:pt>
                <c:pt idx="941">
                  <c:v>1</c:v>
                </c:pt>
                <c:pt idx="942">
                  <c:v>2</c:v>
                </c:pt>
                <c:pt idx="943">
                  <c:v>1</c:v>
                </c:pt>
                <c:pt idx="944">
                  <c:v>1</c:v>
                </c:pt>
                <c:pt idx="945">
                  <c:v>2</c:v>
                </c:pt>
                <c:pt idx="946">
                  <c:v>3</c:v>
                </c:pt>
                <c:pt idx="947">
                  <c:v>1</c:v>
                </c:pt>
                <c:pt idx="948">
                  <c:v>2</c:v>
                </c:pt>
                <c:pt idx="949">
                  <c:v>1</c:v>
                </c:pt>
                <c:pt idx="950">
                  <c:v>2</c:v>
                </c:pt>
                <c:pt idx="951">
                  <c:v>3</c:v>
                </c:pt>
                <c:pt idx="952">
                  <c:v>1</c:v>
                </c:pt>
                <c:pt idx="953">
                  <c:v>2</c:v>
                </c:pt>
                <c:pt idx="954">
                  <c:v>3</c:v>
                </c:pt>
                <c:pt idx="955">
                  <c:v>2</c:v>
                </c:pt>
                <c:pt idx="956">
                  <c:v>2</c:v>
                </c:pt>
                <c:pt idx="957">
                  <c:v>2</c:v>
                </c:pt>
                <c:pt idx="958">
                  <c:v>2</c:v>
                </c:pt>
                <c:pt idx="959">
                  <c:v>3</c:v>
                </c:pt>
                <c:pt idx="960">
                  <c:v>3</c:v>
                </c:pt>
                <c:pt idx="961">
                  <c:v>3</c:v>
                </c:pt>
                <c:pt idx="962">
                  <c:v>2</c:v>
                </c:pt>
                <c:pt idx="963">
                  <c:v>2</c:v>
                </c:pt>
                <c:pt idx="964">
                  <c:v>3</c:v>
                </c:pt>
                <c:pt idx="965">
                  <c:v>3</c:v>
                </c:pt>
                <c:pt idx="966">
                  <c:v>3</c:v>
                </c:pt>
                <c:pt idx="967">
                  <c:v>2</c:v>
                </c:pt>
                <c:pt idx="968">
                  <c:v>3</c:v>
                </c:pt>
                <c:pt idx="969">
                  <c:v>2</c:v>
                </c:pt>
                <c:pt idx="970">
                  <c:v>3</c:v>
                </c:pt>
                <c:pt idx="971">
                  <c:v>3</c:v>
                </c:pt>
                <c:pt idx="972">
                  <c:v>3</c:v>
                </c:pt>
                <c:pt idx="973">
                  <c:v>2</c:v>
                </c:pt>
                <c:pt idx="974">
                  <c:v>1</c:v>
                </c:pt>
                <c:pt idx="975">
                  <c:v>1</c:v>
                </c:pt>
                <c:pt idx="976">
                  <c:v>2</c:v>
                </c:pt>
                <c:pt idx="977">
                  <c:v>2</c:v>
                </c:pt>
                <c:pt idx="978">
                  <c:v>2</c:v>
                </c:pt>
                <c:pt idx="979">
                  <c:v>2</c:v>
                </c:pt>
                <c:pt idx="980">
                  <c:v>3</c:v>
                </c:pt>
                <c:pt idx="981">
                  <c:v>3</c:v>
                </c:pt>
                <c:pt idx="982">
                  <c:v>3</c:v>
                </c:pt>
                <c:pt idx="983">
                  <c:v>2</c:v>
                </c:pt>
                <c:pt idx="984">
                  <c:v>2</c:v>
                </c:pt>
                <c:pt idx="985">
                  <c:v>1</c:v>
                </c:pt>
                <c:pt idx="986">
                  <c:v>1</c:v>
                </c:pt>
                <c:pt idx="987">
                  <c:v>3</c:v>
                </c:pt>
                <c:pt idx="988">
                  <c:v>1</c:v>
                </c:pt>
                <c:pt idx="989">
                  <c:v>1</c:v>
                </c:pt>
                <c:pt idx="990">
                  <c:v>1</c:v>
                </c:pt>
                <c:pt idx="991">
                  <c:v>3</c:v>
                </c:pt>
                <c:pt idx="992">
                  <c:v>3</c:v>
                </c:pt>
                <c:pt idx="993">
                  <c:v>3</c:v>
                </c:pt>
                <c:pt idx="994">
                  <c:v>1</c:v>
                </c:pt>
                <c:pt idx="995">
                  <c:v>2</c:v>
                </c:pt>
                <c:pt idx="996">
                  <c:v>3</c:v>
                </c:pt>
                <c:pt idx="997">
                  <c:v>2</c:v>
                </c:pt>
                <c:pt idx="998">
                  <c:v>1</c:v>
                </c:pt>
                <c:pt idx="999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964-4476-A2E6-FFBB184F85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54225503"/>
        <c:axId val="1575830672"/>
      </c:scatterChart>
      <c:valAx>
        <c:axId val="2542255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Side</a:t>
                </a:r>
                <a:r>
                  <a:rPr lang="en-IN" baseline="0"/>
                  <a:t> Effects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5830672"/>
        <c:crosses val="autoZero"/>
        <c:crossBetween val="midCat"/>
      </c:valAx>
      <c:valAx>
        <c:axId val="157583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Treatment</a:t>
                </a:r>
                <a:r>
                  <a:rPr lang="en-IN" baseline="0"/>
                  <a:t> Outcome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422550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Gender</a:t>
            </a:r>
            <a:r>
              <a:rPr lang="en-US" baseline="0"/>
              <a:t> Breakdown of Patients</a:t>
            </a:r>
            <a:endParaRPr lang="en-US"/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separator>. 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separator>. </c:separator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Pivot_Analysis!$B$206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5EA-49B3-B028-A55814E4770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5EA-49B3-B028-A55814E4770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5EA-49B3-B028-A55814E4770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.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Pivot_Analysis!$A$207:$A$210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Pivot_Analysis!$B$207:$B$210</c:f>
              <c:numCache>
                <c:formatCode>General</c:formatCode>
                <c:ptCount val="3"/>
                <c:pt idx="0">
                  <c:v>311</c:v>
                </c:pt>
                <c:pt idx="1">
                  <c:v>353</c:v>
                </c:pt>
                <c:pt idx="2">
                  <c:v>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5EA-49B3-B028-A55814E477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Lst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Adverse</a:t>
            </a:r>
            <a:r>
              <a:rPr lang="en-US" baseline="0"/>
              <a:t> Events by Age Group</a:t>
            </a:r>
            <a:endParaRPr lang="en-US"/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Pivot_Analysis!$B$238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Pivot_Analysis!$A$239:$A$243</c:f>
              <c:strCache>
                <c:ptCount val="4"/>
                <c:pt idx="0">
                  <c:v>18-30</c:v>
                </c:pt>
                <c:pt idx="1">
                  <c:v>31-50</c:v>
                </c:pt>
                <c:pt idx="2">
                  <c:v>51-65</c:v>
                </c:pt>
                <c:pt idx="3">
                  <c:v>66+</c:v>
                </c:pt>
              </c:strCache>
            </c:strRef>
          </c:cat>
          <c:val>
            <c:numRef>
              <c:f>Pivot_Analysis!$B$239:$B$243</c:f>
              <c:numCache>
                <c:formatCode>General</c:formatCode>
                <c:ptCount val="4"/>
                <c:pt idx="0">
                  <c:v>197</c:v>
                </c:pt>
                <c:pt idx="1">
                  <c:v>286</c:v>
                </c:pt>
                <c:pt idx="2">
                  <c:v>229</c:v>
                </c:pt>
                <c:pt idx="3">
                  <c:v>288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10-4699-9462-84BA74CDFE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34859055"/>
        <c:axId val="1204865071"/>
      </c:barChart>
      <c:catAx>
        <c:axId val="11348590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Age</a:t>
                </a:r>
                <a:r>
                  <a:rPr lang="en-IN" baseline="0"/>
                  <a:t> Group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4865071"/>
        <c:crosses val="autoZero"/>
        <c:auto val="1"/>
        <c:lblAlgn val="ctr"/>
        <c:lblOffset val="100"/>
        <c:noMultiLvlLbl val="0"/>
      </c:catAx>
      <c:valAx>
        <c:axId val="1204865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Number</a:t>
                </a:r>
                <a:r>
                  <a:rPr lang="en-IN" baseline="0"/>
                  <a:t> of Adverse Events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48590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Lst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20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studio.google.com/s/giN0IzKvWA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kaifirahman/Pfizer-personalized-medicine-analysi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kaifirahman/Pfizer-personalized-medicine-analysis" TargetMode="External"/><Relationship Id="rId4" Type="http://schemas.openxmlformats.org/officeDocument/2006/relationships/hyperlink" Target="https://datastudio.google.com/s/giN0IzKvWAU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studio.google.com/s/giN0IzKvWAU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kaifirahman/Pfizer-personalized-medicine-analysis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data analytics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Pfizer Personalized Medicine: Clinical Trial Analytics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54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clinical trial data to actionable treatment insights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1051560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343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Kaifi Ur Rahman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Microsoft Excel, Looker Studio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4343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u="sng" dirty="0">
                <a:latin typeface="Calibri" pitchFamily="34" charset="0"/>
                <a:ea typeface="Calibri" pitchFamily="34" charset="-122"/>
                <a:cs typeface="Calibri" pitchFamily="34" charset="-120"/>
                <a:hlinkClick r:id="rId3" tooltip="https://datastudio.google.com/s/giN0IzKvWA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Looker Studio Dashboard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u="sng" dirty="0">
                <a:latin typeface="Calibri" pitchFamily="34" charset="0"/>
                <a:ea typeface="Calibri" pitchFamily="34" charset="-122"/>
                <a:cs typeface="Calibri" pitchFamily="34" charset="-120"/>
                <a:hlinkClick r:id="rId4" tooltip="https://github.com/kaifirahman/Pfizer-personalized-medicine-analysi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GitHub Project Repository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split evenly overall; improvement rates ranged from 31% to 39% by drug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5566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Pfizer Personalized Medicine | Clinical Trial Analytics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556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1,000 patient records. All findings are observed associations within this dataset.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600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34.70%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observed treatment success rate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1600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~5.40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treatment efficacy score (1 to 10)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771804"/>
              </p:ext>
            </p:extLst>
          </p:nvPr>
        </p:nvGraphicFramePr>
        <p:xfrm>
          <a:off x="548640" y="3108960"/>
          <a:ext cx="11064240" cy="27432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Outcomes were spread evenly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34.7% Improved, 34.2% No Change, 31.1% Deteriorated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Drugs led on different measures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baseline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C: highest improvement rate (38.52%). Drug D: highest average efficacy (5.56)</a:t>
                      </a:r>
                      <a:endParaRPr lang="en-US" sz="1300" b="0" baseline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status was associated with a difference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baseline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 rate 37.37% (positive) vs 32.33% (negative)</a:t>
                      </a:r>
                      <a:endParaRPr lang="en-US" sz="1300" b="0" baseline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effects and PFS varied by drug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Side-effect counts 35 to 62 per drug and type; average PFS 11.26 to 11.95 months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22 PivotTable analyses, 3 scatter analyses, 15 Excel visualizations and an interactive Looker Studio dashboard.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relate patient, treatment and genetic factors to trial outcomes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5566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Pfizer Personalized Medicine | Clinical Trial Analytics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556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Pfizer wants to know how these characteristics are associated with the outcomes below.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examined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475488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29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outcome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87168"/>
            <a:ext cx="475488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5968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efficacy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475488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1638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621024"/>
            <a:ext cx="475488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7307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187952"/>
            <a:ext cx="475488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Progression-free survival (PFS)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475488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864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success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577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clinical trial data &gt; analytics &gt; outcome insights &gt; decision support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1600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the project answers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1920240"/>
            <a:ext cx="521208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20116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outcomes and success rate differ across drugs, doses and trial phases?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2743200"/>
            <a:ext cx="521208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2834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age group, gender and ethnicity relate to observed success?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3566160"/>
            <a:ext cx="521208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36576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mutation status associated with efficacy, improvement or PFS?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0" y="4389120"/>
            <a:ext cx="521208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4480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side effects distributed across drugs and treatment duration?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0" y="5212080"/>
            <a:ext cx="521208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53035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survival rate and PFS compare across drugs, and with each other?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patient records, each described across five groups of variables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5566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Pfizer Personalized Medicine | Clinical Trial Analytics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556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patient.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049868"/>
              </p:ext>
            </p:extLst>
          </p:nvPr>
        </p:nvGraphicFramePr>
        <p:xfrm>
          <a:off x="548640" y="1920240"/>
          <a:ext cx="7132320" cy="373075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Gender, Ethnicity, Medical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Drug, Trial Phase, Dose, Duration of Treatment, Start/End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 Name, Mutation Status, Expression Level, Biomarker Level, Genomic Profile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effects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Effects, Adverse Events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baseline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outcomes</a:t>
                      </a:r>
                      <a:endParaRPr lang="en-US" sz="1300" baseline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 Outcome, Efficacy Score, Survival Rate, Progression-Free Survival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822960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measures</a:t>
            </a:r>
            <a:endParaRPr lang="en-US" sz="1100" dirty="0"/>
          </a:p>
        </p:txBody>
      </p:sp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1920240"/>
          <a:ext cx="3383280" cy="35204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Efficacy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to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Survival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to 24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Progression-Free Survival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to 20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to 200 mg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 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to 180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to 85 years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were limited to four fields; records were validated before analysis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5566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Pfizer Personalized Medicine | Clinical Trial Analytics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556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covered missing values, IDs, dates, ranges, categories and analytical helper fields.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missing values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949566"/>
              </p:ext>
            </p:extLst>
          </p:nvPr>
        </p:nvGraphicFramePr>
        <p:xfrm>
          <a:off x="548640" y="1920240"/>
          <a:ext cx="3271645" cy="2514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Genomic_Profile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0" baseline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48.7%</a:t>
                      </a:r>
                      <a:endParaRPr lang="en-US" sz="1300" b="0" baseline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Medical_History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Side_Effects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Adverse_Events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fields were complete.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workflow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1965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missing values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514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"None" to "Not Reported"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3063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duplicate patient IDs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3611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dates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480560" y="4160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numerical ranges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480560" y="47091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4709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categorical consistency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480560" y="5257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846320" y="5257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analytical helper fields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validation results</a:t>
            </a:r>
            <a:endParaRPr lang="en-US" sz="1100" dirty="0"/>
          </a:p>
        </p:txBody>
      </p:sp>
      <p:graphicFrame>
        <p:nvGraphicFramePr>
          <p:cNvPr id="2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839032"/>
              </p:ext>
            </p:extLst>
          </p:nvPr>
        </p:nvGraphicFramePr>
        <p:xfrm>
          <a:off x="8595360" y="1920240"/>
          <a:ext cx="3022569" cy="378561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Patient IDs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IDs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b="0" baseline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to 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(days)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to 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Efficacy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to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Survival (months)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to 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PFS (months)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to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steps took the data from raw records to an interactive dashboard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5566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Pfizer Personalized Medicine | Clinical Trial Analytics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556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 to 6 produced the analytical evidence: 22 PivotTables, 3 scatter analyses and 15 Excel charts.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466127"/>
              </p:ext>
            </p:extLst>
          </p:nvPr>
        </p:nvGraphicFramePr>
        <p:xfrm>
          <a:off x="548640" y="1508760"/>
          <a:ext cx="11064240" cy="452628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 handled; "None" standardized to "Not Reported"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Clean_Data sheet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Duplicates, dates, numerical ranges, categorical consistency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Data_Quality sheet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preparation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indicator; numeric helper fields for dose, side effects, 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Helper columns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PivotTable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Outcomes by drug, dose, demographics, genetics, side effects, survival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i="0" baseline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PivotTable analyses</a:t>
                      </a:r>
                      <a:endParaRPr lang="en-US" sz="1300" b="0" i="0" baseline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Dose, treatment duration, side effects, survival vs PFS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baseline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scatter analyses</a:t>
                      </a:r>
                      <a:endParaRPr lang="en-US" sz="1300" b="0" baseline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 built from the PivotTables and clean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0" baseline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Excel visualizations</a:t>
                      </a:r>
                      <a:endParaRPr lang="en-US" sz="1300" b="0" baseline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 and views for non-technical 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Looker Studio 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interpretation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framed as observed associations, not causal claims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presentation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split roughly into thirds; Drug C had the highest observed improvement rate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5566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Looker Studio dashboard (screenshot)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556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6" name="Image 0" descr="crop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212080" cy="35295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0749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outcome distribution across all 1,000 patients: 34.7% Improved, 34.2% No Change, 31.1% Deteriorated.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RATE BY DRUG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59681"/>
              </p:ext>
            </p:extLst>
          </p:nvPr>
        </p:nvGraphicFramePr>
        <p:xfrm>
          <a:off x="6400800" y="1828800"/>
          <a:ext cx="5212080" cy="22860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C</a:t>
                      </a:r>
                      <a:endParaRPr lang="en-US" sz="1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1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38.52%</a:t>
                      </a:r>
                      <a:endParaRPr lang="en-US" sz="1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400800" y="44805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C had the highest observed improvement rate in this dataset; Drug A the lowest.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between drugs (about 7 points) is an observed pattern only; no significance testing was performed.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efficacy scores differed only modestly across drugs (5.27 to 5.56)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5566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Pfizer_Project.xlsx (charts as built in Excel)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556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006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efficacy score: Drug D 5.56, Drug A 5.51, Drug C 5.27, Drug B 5.27. Drug D is highest here, while Drug C had the highest improvement rate, so the two measures do not rank drugs identically.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48006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were spread across all four trial phases in every drug group (Drug C largest at 270 patients, Drug B smallest at 235).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some Excel value axes are truncated (do not start at zero), which visually exaggerates differences. Use the values in the text.</a:t>
            </a:r>
            <a:endParaRPr lang="en-US" sz="1000" dirty="0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280160"/>
          <a:ext cx="5486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17920" y="1280160"/>
          <a:ext cx="53949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success varied by age group, gender and trial phase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5566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Pfizer_Project.xlsx (charts as built in Excel)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556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group: highest for 18-30 (38.07%), lowest for 31-50 (32.17%).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4160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Gender: Female 38.59%, Male 33.71%, Other 32.14%.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16052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phase: the chart plots Improved patients per phase (79, 105, 78, 85). As a share of each phase: 30.7%, 42.3%, 30.6%, 35.4% (calculated from workbook counts).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578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ethnicity (PivotTable): improvement rate ranged from 32.46% (Other) to 37.98% (African American).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some Excel value axes are truncated (do not start at zero), which visually exaggerates differences. Use the values in the text.</a:t>
            </a:r>
            <a:endParaRPr lang="en-US" sz="1000" dirty="0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8640" y="1280160"/>
          <a:ext cx="36576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343400" y="1280160"/>
          <a:ext cx="36576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8138160" y="1280160"/>
          <a:ext cx="35204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Mutation-positive patients had a higher observed improvement rate but a lower average efficacy score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5566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Pfizer_Project.xlsx (charts as built in Excel)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556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MUTATION STATUS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778240" y="16916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37.37%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rate, mutation-positive</a:t>
            </a:r>
            <a:endParaRPr lang="en-US" sz="13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32.33%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rate, mutation-negative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69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PFS: Positive 11.69 vs Negative 11.51 months. Average efficacy: Positive 5.24 vs Negative 5.54. Associations only. Excel value axes are truncated, which visually exaggerates differences.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GENE-LEVEL VIEW: EXPRESSION VS SURVIVAL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37760"/>
          <a:ext cx="7223760" cy="10972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EGFR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expression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survival (months)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8"/>
          <p:cNvSpPr txBox="1"/>
          <p:nvPr/>
        </p:nvSpPr>
        <p:spPr>
          <a:xfrm>
            <a:off x="8778240" y="4937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levels and survival were similar across the five genes.</a:t>
            </a:r>
            <a:endParaRPr lang="en-US" sz="1200" dirty="0"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48640" y="1280160"/>
          <a:ext cx="38404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526280" y="1280160"/>
          <a:ext cx="38404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were spread across categories, with counts differing by drug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5566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Pfizer_Project.xlsx (charts as built in Excel)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556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548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Nausea 213, Dizziness 209, Headache 206, Fatigue 205, Not Reported 167. Counts per drug and side effect ranged from 35 to 62 patients.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r>
              <a:rPr lang="en-US" sz="1100" b="1" kern="0" spc="100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RATE BY DOSE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5029200"/>
          <a:ext cx="3474720" cy="768096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mg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mg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33.97%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38.19%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029200" y="5852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at 200 mg, lowest at 150 mg; no steady rise with dose.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869680" y="47548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side effects were numerically encoded only as a helper for the scatter chart. The codes are not a clinical scale.</a:t>
            </a:r>
            <a:endParaRPr lang="en-US" sz="1200" dirty="0"/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48640" y="1280160"/>
          <a:ext cx="60350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858000" y="1280160"/>
          <a:ext cx="47548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 and PFS were analysed separately; averages differed little by drug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5566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Pfizer_Project.xlsx (charts as built in Excel) and Looker Studio dashboard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556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6" name="Image 0" descr="crop_surv.png"/>
          <p:cNvPicPr>
            <a:picLocks noChangeAspect="1"/>
          </p:cNvPicPr>
          <p:nvPr/>
        </p:nvPicPr>
        <p:blipFill>
          <a:blip r:embed="rId3"/>
          <a:srcRect l="-1429" r="-1429"/>
          <a:stretch/>
        </p:blipFill>
        <p:spPr>
          <a:xfrm>
            <a:off x="4343400" y="1280160"/>
            <a:ext cx="3657600" cy="2651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1605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chart plots average PFS by drug: A 11.95, B 11.57, C 11.60, D 11.26 months.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41605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 of average survival rate by drug: A 14.85, B 15.16, C 14.61, D 15.25 months.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416052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is a patient: survival rate (6 to 24 months, x) against PFS (3 to 20 months, y). No clear linear pattern is visible (correlation about 0.02, calculated from Clean_Data).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 and PFS are different measures and are not interchangeable. Charts are shown as built in the workbook; the PFS line chart axis is truncated, which exaggerates differences.</a:t>
            </a:r>
            <a:endParaRPr lang="en-US" sz="1100" dirty="0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8640" y="1280160"/>
          <a:ext cx="36576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8138160" y="1280160"/>
          <a:ext cx="35204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dashboard: the same analysis in a form managers can filter and explore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5566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Looker Studio dashboard (screenshot)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556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6" name="Image 0" descr="dash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8229600" cy="411578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371600"/>
            <a:ext cx="8229600" cy="411578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IT COVERS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144000" y="1737360"/>
            <a:ext cx="2560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1,000 patients, 34.70% success rate, 5.4 avg efficacy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outcome distribution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distribution and efficacy by drug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by drug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and PFS by drug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by gender, age group and trial phase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623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u="sng" dirty="0">
                <a:latin typeface="Calibri" pitchFamily="34" charset="0"/>
                <a:ea typeface="Calibri" pitchFamily="34" charset="-122"/>
                <a:cs typeface="Calibri" pitchFamily="34" charset="-120"/>
                <a:hlinkClick r:id="rId4" tooltip="https://datastudio.google.com/s/giN0IzKvWA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Looker Studio Dashboard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u="sng" dirty="0">
                <a:latin typeface="Calibri" pitchFamily="34" charset="0"/>
                <a:ea typeface="Calibri" pitchFamily="34" charset="-122"/>
                <a:cs typeface="Calibri" pitchFamily="34" charset="-120"/>
                <a:hlinkClick r:id="rId5" tooltip="https://github.com/kaifirahman/Pfizer-personalized-medicine-analysi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GitHub Project Repository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supports monitoring and comparison, not clinical conclusions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5566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Pfizer Personalized Medicine | Clinical Trial Analytics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556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analysis can support decisions, and what limits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 uses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669280" cy="38404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Shown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 performance 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KPIs, Looker Studio 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comparison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Outcomes, efficacy, survival, PFS by drug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patterns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gender, ethnicity, mutation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Side-effect 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effects by drug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 exploration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status, gene expression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communication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58368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0" y="1920240"/>
            <a:ext cx="502920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204825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data: associations only, no causal interpretation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0" y="2697480"/>
            <a:ext cx="502920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0" y="282549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Profile missing for 48.7% of records; Medical History for 18.2%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83680" y="3474720"/>
            <a:ext cx="502920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8" name="Text 12"/>
          <p:cNvSpPr txBox="1"/>
          <p:nvPr/>
        </p:nvSpPr>
        <p:spPr>
          <a:xfrm>
            <a:off x="6583680" y="360273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significance testing or multivariate modelling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583680" y="4251960"/>
            <a:ext cx="502920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0" y="437997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Side-effect and outcome codes are visualization helpers, not clinical scales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83680" y="5029200"/>
            <a:ext cx="502920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515721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on a single dataset; not a basis for clinical decisions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workflow runs end to end; statistical validation is the next step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5566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Pfizer Personalized Medicine | Clinical Trial Analytics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556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clinical data &gt; structured analysis &gt; decision-ready insights.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659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an end-to-end analytics workflow from raw clinical-trial data through data quality, exploratory analysis, visualization and interactive reporting.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600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521208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011680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statistical testing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2487168"/>
            <a:ext cx="521208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578608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3054096"/>
            <a:ext cx="521208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145536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rigorous modelling of treatment outcomes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3621024"/>
            <a:ext cx="521208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712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712464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on additional datasets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4187952"/>
            <a:ext cx="521208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4279392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larger clinical and genomic datasets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4754880"/>
            <a:ext cx="5212080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4846320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predictive analytics where appropriate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11094415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577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u="sng" dirty="0">
                <a:latin typeface="Calibri" pitchFamily="34" charset="0"/>
                <a:ea typeface="Calibri" pitchFamily="34" charset="-122"/>
                <a:cs typeface="Calibri" pitchFamily="34" charset="-120"/>
                <a:hlinkClick r:id="rId3" tooltip="https://datastudio.google.com/s/giN0IzKvWA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Looker Studio Dashboard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u="sng" dirty="0">
                <a:latin typeface="Calibri" pitchFamily="34" charset="0"/>
                <a:ea typeface="Calibri" pitchFamily="34" charset="-122"/>
                <a:cs typeface="Calibri" pitchFamily="34" charset="-120"/>
                <a:hlinkClick r:id="rId4" tooltip="https://github.com/kaifirahman/Pfizer-personalized-medicine-analysi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GitHub Project Repository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A1: relationship analyses (scatter plots)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5566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Pfizer_Project.xlsx (charts as built in Excel)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556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indicator (0/1) against dose administered (50 to 200 mg).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4160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duration against numerically encoded side effects (helper codes, not a clinical scale).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1605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side effects against encoded treatment outcome (helper codes only).</a:t>
            </a:r>
            <a:endParaRPr lang="en-US" sz="1300" dirty="0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280160"/>
          <a:ext cx="36576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43400" y="1280160"/>
          <a:ext cx="36576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138160" y="1280160"/>
          <a:ext cx="35204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A2: patient composition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5566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Pfizer_Project.xlsx (charts as built in Excel)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556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9377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breakdown of patients: Female 311, Male 353, Other 336.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49377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by age group: 18-30 197, 31-50 286, 51-65 229, 66+ 288.</a:t>
            </a:r>
            <a:endParaRPr lang="en-US" sz="1300" dirty="0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280160"/>
          <a:ext cx="53949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7920" y="1280160"/>
          <a:ext cx="53949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A3: KPI definitions used in the dashboard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C9CF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5566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Pfizer Personalized Medicine | Clinical Trial Analytics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556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621024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Patients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unique Patient IDs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Treatment Success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patients with outcome "Improved" (Success Indicator)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34.70% (347 patients)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Treatment Efficacy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Efficacy Score (scale 1 to 10)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Survival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Survival in months (observed 6 to 24); mean across patients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14.96 months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Progression-Free Survival (PFS)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without progression (observed 3 to 20); mean across patients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11.59 months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594</TotalTime>
  <Words>2277</Words>
  <Application>Microsoft Office PowerPoint</Application>
  <PresentationFormat>Widescreen</PresentationFormat>
  <Paragraphs>420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MD KAIFI UR RAHMAN</cp:lastModifiedBy>
  <cp:revision>1</cp:revision>
  <dcterms:created xsi:type="dcterms:W3CDTF">2026-09-29T10:13:30Z</dcterms:created>
  <dcterms:modified xsi:type="dcterms:W3CDTF">2026-09-29T20:13:47Z</dcterms:modified>
</cp:coreProperties>
</file>